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【开场白，1分钟】
各位评委好！今天我带来的项目分享，标题是"源于竞赛，不止于竞赛"。
这个项目表面上是参加AI竞赛、构建一个手机银行系统，但过程中我们发现——真正的收获不是那个系统，而是对AI原生研发的认知升级。
接下来我会从痛点出发，分享我从"编码者"到"调教师"的心路历程。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【痛点驱动，1.5分钟】
我先不说方案，先说说我们为什么做这件事——因为我们遇到了三个真实的痛点。
第一个，需求一变更，代码和文档立刻分裂。我相信在座的每一位都有这种体验——开发完功能，文档就没同步过。
第二个，大量时间花在重复CRUD上，真正该思考架构的时间被挤压。
第三个，沟通链条太长，产品-文档-开发层层失真，上线才发现理解不对。
那AI原生研发怎么解决这三个问题？我右边三行就是答案。
这三个痛点的转变，就是今天我整个分享的起点。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【项目目标，1.5分钟】
这四个目标是层层递进的：先验证能不能跑通，再提炼方法论，然后评估价值，最后沉淀下来让别人也能用。
注意，这四个目标说的都不是"做一个手机银行"，而是"探索一套AI研发的方法"。这决定了整个项目的基调。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【认知拐点，2分钟——整个PPT最关键的一页】
这个页面讲的是我做这个项目过程中最重要的一个顿悟。
最开始我的做法是"拿到需求-&gt;让AI写代码-&gt;出BUG直接改代码"。听起来没问题对吧？
但问题来了：下一次让AI生成新功能的时候，之前修过的BUG又回来了。
我花了一天才发现原因：AI不是基于我改完的代码理解需求的——它是基于文档。文档没改，AI永远按旧逻辑生成。
那一刻我突然意识到：文档不是说明书，文档是源代码。
从那之后我改了规矩：先改文档，再让AI按新文档生成。代码变更只是文档变更的编译结果。
这个认知拐点，改变了后面所有的工作方式。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【调教全流程，1.5分钟】
这个闭环就是AI调教的核心：以文档为中心，不断迭代。
注意三个标注：失败比例大于成功——这个很重要，因为很多时候AI理解不了你的业务描述，你需要换3到4种不同的说法它才能正确理解。
增量变更——一次只改一个点，不全量覆盖。因为你不知道AI生成的新代码会不会把你之前调好的逻辑覆盖掉。
记录变更——每次调教都要记录为什么改、改了哪里、结果怎么样。下次遇到同样的问题直接查日志。
底部这句话是我对自己角色最真实的感受：以前我是编码者，现在我是调教师。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【传统 vs AI原生，2分钟】
这张对比表是我做这个项目过程中感受最深的一个洞察。
注意最下面两行——风险反转了。
传统开发最怕的是代码跑不通，但AI生成的代码语法永远是对的——执行风险降到几乎为零。
但设计风险飙高了，因为最难的是"怎么精确告诉AI你要什么"。不清楚的文档描述，AI就会理解错。
底部这句话："如果执行风险降为零，那你的核心竞争力在哪里？"——留给你们思考。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【架构，1分钟——快速过】
技术架构快速过一下：六层，从Docker容器、MySQL、业务Service到MCP-Skill引擎，再到Vue前端。
重点关注第4层——意图推理层，这是我们的核心创新。
底部的"调教回看"标注说明了一件事：每一层的文档描述都迭代了好几次才稳定，尤其是MCP-Skill的定义。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【MCP-Skill，1分钟】
最核心的创新：六大特性。重点讲两个：安全分级——操作类Skill必须两阶段确认，保证了资金安全。LLM无关——现在用关键词匹配，以后换大模型不用改代码。
下面三个Skill是落地的案例：每个Skill都有一个"调教难点"——比如"工行"和"工商银行"的匹配粒度，就是调教过程中反复调整的地方。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【安全+AI，1.5分钟】
安全四层快速过。右边是三个AI能力亮点。
重点讲底部这个案例——余额正负号问题。这个案例完美说明了我在前面提到的"信任陷阱"：AI生成的代码语法完全正确，但业务语义错了——它把数学符号和财务方向符号混为一谈。我们改了3版文档描述才让AI理解。这3次迭代，就是调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【真实挑战，2分钟】
三个真实挑战。
第一个，意图识别。我记得"查余额"和"看看我还有多少钱"是同义表达——但用户还会说"我的工行卡还有多少"、"账户里还有没有钱"……边界情况永远会出现。成功调教1个意图，背后平均失败了3-4次。
第二个，AI代码的业务校验。这是我特别想强调的——AI代码太漂亮了，你会不自觉地信任它。但余额正负号那个案例，语法完全正确，业务语义完全错误。
第三个，前后端契约对齐。AI前端和后端是两套独立生成，天然不匹配。
这三个挑战也是我们沉淀调教纪律的来源。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【五条调教纪律，2分钟——这是方法论交付物】
前面讲了挑战和痛点，那怎么落地？这五条纪律就是我们从这个项目中沉淀下来的方法论。
第一条，文档先行——所有改动的起点必须是文档，不是代码。
第二条，增量变更——一次只改一个点。你永远不会想全量覆盖。
第三条，不改旧代码——已经调好的逻辑不要动它，从文档层面触发变更。
第四条，记录变更——右边就是我们的真实调教日志截选。每条记录包含：日期、改了啥、结果如何。
第五条，同步更新——调教过程中发现的边界情况，必须即时写回文档。文档是活的。
右边这个调教日志，就是这个项目最重要的交付物之一。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【成果与认知升级，1.5分钟】
上面是项目数据。但我觉得更有价值的是下面这四条认知升级。
第一，代码不是产物，文档才是——这是我在认知拐点那页说的顿悟。
第二，AI理解业务比AI写代码更重要——代码一定会被生成，但业务理解需要人来确保。
第三，编码能力和规格表达能力的区别——你能不能用一句话让AI精确理解一个复杂的业务规则，这比写代码本身更值钱。
第四，核心问题从"把代码写对"变成了"让AI理解对"——这个转变就是我今天想传递的核心信息。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【收尾，1分钟】
各位评委，我的分享到这里结束。
但我有一个问题想留给各位思考：如果AI能写70%的代码，那么一个优秀的研发人员的核心竞争力应该是什么？
是写更快的代码？
还是让AI更好地理解业务？
这个问题我没有标准答案。但我相信，在座的每一位在做AI研发的过程中，或多或少都会有和我类似的体会。
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AI原生研发的认知跃迁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以手机银行为载体的调教实录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痛点驱动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传统研发中我们亲身经历的三个问题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传统研发的痛点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需求一变更，代码和文档立刻分裂，维护成本飙升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大部分时间花在重复 CRUD，架构思考的时间被压缩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54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沟通链条：产品→文档→开发，层层理解偏差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73736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文档即代码：改文档描述=改系统行为，天然一致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20040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20040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383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AI代写70%代码，人聚焦架构设计与AI调教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66344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文档直接面向AI，人-AI之间没有理解损耗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MVP = 最小可行产品（Minimum Viable Product）；P0/P1/P2 = 需求优先级等级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不是交付系统，是探索AI原生研发的方法论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10725912" cy="6400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8872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核心定位：以手机银行为场景载体，完整经历AI原生研发全流程，验证可复用、可推广的AI研发打法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212080" cy="1645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2834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AI原生研发全流程能否跑通？从需求到部署，每个环节能否用AI提效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212080" cy="1645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377440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376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23760" y="2834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如果可行，AI调教的方法论是什么？什么样的文档描述AI能正确理解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5212080" cy="1645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38912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4846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哪些AI能力真的有业务落地价值？哪些只是噱头——给决策提供依据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206240"/>
            <a:ext cx="5212080" cy="1645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438912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846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能给下一支团队留下什么？可复用的架构、规范、调教日志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认知拐点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一次调教中的顿悟时刻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53035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Before：代码优先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-&gt; 让AI写代码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出BUG -&gt; 直接改代码修复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新需求 -&gt; AI重新生成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老BUG再现——因为文档没有同步修改，AI按旧文档生成了旧代码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这不是代码的问题，是文档的问题。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97280"/>
            <a:ext cx="53035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After：文档先行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-&gt; 先修改文档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让AI按新文档生成代码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 -&gt; 发现语义偏差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回头修改文档描述 -&gt; 再生成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代码变更是文档变更的"编译结果"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1581912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926080"/>
            <a:ext cx="1581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顿悟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6035040"/>
            <a:ext cx="76169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468880" y="6035040"/>
            <a:ext cx="7251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文档不是说明书，文档是源代码。代码变更只是文档变更的编译结果。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AI调教全流程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闭环迭代，不是线性流水线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828800"/>
            <a:ext cx="2743200" cy="109728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0" y="731520"/>
            <a:ext cx="3200400" cy="54864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731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调教（修改文档）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2286000"/>
            <a:ext cx="3200400" cy="54864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AI生成代码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840480"/>
            <a:ext cx="3200400" cy="54864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3200400" cy="54864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200400"/>
            <a:ext cx="6702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迭代闭环，每一次循环都是一次调教 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失败比例 &gt; 成功比例：每次成功调教背后有 3-4 次失败的描述尝试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增量变更：改一处生成一处，不全量覆盖。避免已调好的代码被批量重置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记录变更：每次调教记录「需求 → 文档变更 → 结果」，形成调教日志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5943600"/>
            <a:ext cx="57881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200400" y="5943600"/>
            <a:ext cx="5788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以前我是编码者，现在我是调教师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 vs 传统研发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一场风险的逆转与角色的重塑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2286000" cy="45720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3474720" cy="457200"/>
          </a:xfrm>
          <a:prstGeom prst="roundRect">
            <a:avLst/>
          </a:prstGeom>
          <a:solidFill>
            <a:srgbClr val="95A5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188720"/>
            <a:ext cx="4572000" cy="45720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78308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8308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人的角色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23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42316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调教师 / 规格工程师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06324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Debug对象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63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语法错误 / 逻辑BUG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06324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语义歧义 / AI理解偏差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70332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变更方式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70332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703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改代码 → 补文档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70332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改文档 → 再生代码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34340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343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执行风险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34340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高（能不能跑通？）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434340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低（AI写的语法一定对）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498348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设计风险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498348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低（要做什么很清楚）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98348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4983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高（最难是精确告诉AI）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0" y="5760720"/>
            <a:ext cx="85313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1828800" y="576072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如果执行风险降为零，那你的核心竞争力在哪里？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系统技术架构总览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+ Vue + MySQL + Redis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11091672" cy="64008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客户端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2 + Vant 2 移动端H5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091672" cy="6400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接入层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→ Controller → JWT统一校验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1091672" cy="6400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意图推理层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651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AiChatService · MCP-Skill引擎（意图识别+Skill路由）※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91672" cy="64008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业务服务层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6大核心Service（Auth/Card/Trans/Security/User/AiChat）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91672" cy="64008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数据持久层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206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 + MySQL(加密) + Redis(会话+防重放)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91672" cy="64008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83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基础设施层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983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 · MySQL 8.0 + Redis 7.x容器化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94360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MCP-Skill = 我们自研的AI能力封装框架：将意图推理与业务执行解耦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6217920"/>
            <a:ext cx="10725912" cy="320040"/>
          </a:xfrm>
          <a:prstGeom prst="roundRect">
            <a:avLst/>
          </a:prstGeom>
          <a:solidFill>
            <a:srgbClr val="FFF8E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621792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调教回看：架构每层的文档描述迭代了3-5版才达到稳定状态，尤其是MCP-Skill的边界定义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核心创新：MCP-Skill 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大模型只负责理解，业务操作通过Skill委托给后端API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566160" cy="1737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标准化接口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McpSkill统一契约：getMeta()+execute()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3566160" cy="1737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18872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动态注册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@Component自动注册，新增Skill零代码侵入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188720"/>
            <a:ext cx="3566160" cy="1737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188720"/>
            <a:ext cx="35661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安全分级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QUERY直接返回 / OPERATION两阶段确认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3566160" cy="1737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200400"/>
            <a:ext cx="356616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结构化返回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SkillResult=回复文本+结构化数据+动作导航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200400"/>
            <a:ext cx="3566160" cy="1737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200400"/>
            <a:ext cx="35661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渐进扩展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新增能力仅需：新建类+实现接口+加注解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200400"/>
            <a:ext cx="3566160" cy="1737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200400"/>
            <a:ext cx="356616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6968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LLM无关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12480" y="3840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当前关键词匹配，未来可切LLM——MCP层无需改动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落地实践：3个核心Skill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1520" y="5486400"/>
            <a:ext cx="2103120" cy="3200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486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5486400"/>
            <a:ext cx="2286000" cy="3200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40" name="Text 38"/>
          <p:cNvSpPr/>
          <p:nvPr/>
        </p:nvSpPr>
        <p:spPr>
          <a:xfrm>
            <a:off x="2926080" y="5486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0" y="5486400"/>
            <a:ext cx="2194560" cy="3200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5486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5486400"/>
            <a:ext cx="2286000" cy="32004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5486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调教难点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5852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query_balance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26080" y="5852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查询类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3520" y="5852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查余额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589520" y="5852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银行名匹配粒度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6126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query_transactions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926080" y="6126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查询类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6126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查账单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89520" y="6126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时间范围描述的多样性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6400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transfer_prepare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2608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操作类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03520" y="6400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转账预执行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8952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金额+人名的混合提取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安全防护 + AI能力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金融级安全 ⊙ 智能化体验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安全防护四层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30352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54864" cy="502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54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JWT令牌 · 单设备登录 · 滑动窗口续期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530352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9456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bcrypt哈希 · AES-256加密 · 全链路HTTPS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530352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防攻击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834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登录5次锁定 · 交易密码5次冻结24h · 30s防重复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530352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8E44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74720"/>
            <a:ext cx="54864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474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审计合规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4747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AOP操作日志 · 敏感信息脱敏 · 保留≥5年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AI能力亮点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0" y="1554480"/>
            <a:ext cx="502920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554480"/>
            <a:ext cx="54864" cy="5029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554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1554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自然语言→意图识别→Skill路由→结构化卡片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2194560"/>
            <a:ext cx="502920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194560"/>
            <a:ext cx="54864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2194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10大分类·200+关键词·月度报告·AI洞察文案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834640"/>
            <a:ext cx="5029200" cy="5029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2834640"/>
            <a:ext cx="54864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2834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AI洞察引擎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规则模板+数据驱动·自动生成消费建议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4389120"/>
            <a:ext cx="10725912" cy="1371600"/>
          </a:xfrm>
          <a:prstGeom prst="roundRect">
            <a:avLst/>
          </a:prstGeom>
          <a:solidFill>
            <a:srgbClr val="FFF8E1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4805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一个典型的调教案例：余额正负号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84632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需求：余额正数显示黑色，负数显示红色。但“正负号”在中文财务语境中不是数学正负——“收入为正、支出为负”。AI按照余额字段的原始数学符号处理，导致支出显示为红色（正确），但部分收入场景也显示为红色（错误）。经过3次修改文档中对“金额方向”的描述，才让AI正确区分「余额符号」和「交易金额方向」两个概念。这背后就是调教的核心：找到AI能精确理解业务语义的那个描述方式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调教中踩过的坑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56616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6400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AI意图识别精度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3200400" cy="128016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用户说"查余额"和"看看我还有多少钱"是同一意图，但正则怎么写都不全。边界情况层出不穷。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3200400" cy="146304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关键词+正则双模式+兜底引导。成功调教1个意图，平均失败了3-4次描述尝试。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188720"/>
            <a:ext cx="356616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88720"/>
            <a:ext cx="3566160" cy="6400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AI代码的业务校验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86000"/>
            <a:ext cx="3200400" cy="128016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331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AI代码语法完美、注释齐全——正因如此更容易被信任。但业务语义可能是错的，比如金额符号反了、字段溢出了。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4023360"/>
            <a:ext cx="3200400" cy="146304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069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建立AI代码校验清单：金额符号→字段长度→分类规则。每一层都有检查点。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188720"/>
            <a:ext cx="356616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188720"/>
            <a:ext cx="3566160" cy="64008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188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前后端契约对齐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2286000"/>
            <a:ext cx="3200400" cy="128016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2331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前端和后端由AI独立生成，天然存在契约断裂：路径不一致、参数名不匹配、响应结构预期差异。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4023360"/>
            <a:ext cx="3200400" cy="146304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069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统一ReqBase规范 + 前端后端结对生成 + 集成测试前置尽早暴露契约问题。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五条调教纪律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从挑战中沉淀的可复用方法论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文档先行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先改文档再改代码。文档是“调教参数”，代码是输出。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余额符号问题：改了3版文档描述才让AI理解“方向符号”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增量变更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改一处生成一处，不全量覆盖。避免已调好的代码被批量重置。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每次修改限定在一个业务点，验证通过后再进入下一个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不改旧代码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20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已调好的逻辑不动，只通过改文档触发新生成。每次改动归因清晰。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发现老BUG -&gt; 查调教日志找上次文档变更 -&gt; 只改那一处描述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记录变更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每次调教记录：改了啥 → 为什么 → 结果。形成可复用的调教日志。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4846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格式：[日期] 需求#xxx | 原描述→新描述 | 预期→实际结果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530352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212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同步更新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调教中沉淀的规则即时写回文档。文档是活的，不是写一次就完了。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5852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发现分类规则漏了一个边界情况 -&gt; 立即更新需求文档对应章节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1188720"/>
            <a:ext cx="5239512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调教日志（真实记录节选）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173736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1920240"/>
            <a:ext cx="4754880" cy="8686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1965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[2026-04-23] 需求F-CARD-002 | 银行卡列表小眼睛图标：描述从"点击展示完整卡号"改为"眼睛图标切换脱敏/完整状态，点击后展示完整卡号，再次点击恢复脱敏" | AI生成的代码产生了正确的toggle行为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2926080"/>
            <a:ext cx="4754880" cy="8686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971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[2026-04-25] 需求F-TRANS-003 | 转账金额符号：文档从"正数收入负数支出"改为"交易金额以方向符号标识，收入=+支出=-，余额字段与交易金额字段的方向符号独立计算" | AI代码正确区分了余额符号和交易方向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92240" y="3931920"/>
            <a:ext cx="4754880" cy="8686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977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[2026-05-06] 需求F-AI-002 | 交易分类规则：新增"物业费归入居住生活(编码4)"边界条件 | 分类准确率从82%提升至87%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92240" y="4937760"/>
            <a:ext cx="4754880" cy="86868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983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449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[2026-05-06] 需求F-AUTH-004 | 密码找回流程：添加身份证后四位核验步骤的描述 | 生成的代码增加了身份核验环节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成果与认知升级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不只是项目数据，更是对研发本质的重新理解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173736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7373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6大业务模块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188720"/>
            <a:ext cx="173736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188720"/>
            <a:ext cx="17373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7744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物理设计+索引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173736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188720"/>
            <a:ext cx="173736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29768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完整业务交互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173736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88720"/>
            <a:ext cx="17373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1792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专业文档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全流程可追溯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38160" y="1188720"/>
            <a:ext cx="173736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188720"/>
            <a:ext cx="17373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13816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代码AI生成率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人工聚焦决策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058400" y="1188720"/>
            <a:ext cx="173736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0" y="1188720"/>
            <a:ext cx="1737360" cy="45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058400" y="1737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Skill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可插拔AI单元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25603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认知升级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1520" y="3319272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319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8016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从「代码是产物」到「文档是产物」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代码变更是文档变更的编译结果。文档质量直接决定代码质量。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" y="3913632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3913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8016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从「AI写代码」到「AI理解业务」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8016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AI最强的不是生成代码，而是理解文档之后生成代码。所以关键在文档写得对。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" y="4507992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28016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从「编码能力」到「规格表达能力」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8016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最有价值的不是写代码的速度，而是把业务规则精确描述给AI的能力。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5102352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5102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280160" y="5029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从「把代码写对」到「让AI理解对」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8016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未来的核心竞争力：不是你会写什么，而是你能否让AI正确理解你要什么。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0" y="5760720"/>
            <a:ext cx="94457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1554480" y="5760720"/>
            <a:ext cx="907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AI能写70%的代码——但那30%的架构决策和业务理解，才是你不可替代的价值。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以前我们学习写代码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让计算机理解我们的逻辑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现在我们学习写文档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让AI理解我们的业务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2026-05-06T13:45:18Z</dcterms:created>
  <dcterms:modified xsi:type="dcterms:W3CDTF">2026-05-06T13:45:18Z</dcterms:modified>
</cp:coreProperties>
</file>
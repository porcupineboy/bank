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【开场白，1分钟】
各位评委老师好！今天我为大家带来的项目是"AI原生研发赋能手机银行核心业务"。
这个项目的核心思想是：利用AI技术贯穿整个研发周期，构建一套安全、完整的手机银行系统。
我们不仅用AI来写代码，更用AI来设计架构、治理文档、保障安全。
接下来，我会从需求背景、技术架构、核心亮点几个方面为大家做介绍。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【需求概述，1分钟】
竞赛要求我们实现一套简易手机银行系统，分为四个核心模块：
第一，账户与登录——包括注册、密码登录、验证码登录、会话管理、单设备控制等；
第二，银行卡管理——重点是绑卡时的四要素验证（姓名、身份证、卡号、预留手机号）；
第三，交易与查询——转账、缴费、账单查询，这是最核心的业务流；
第四，基础安全——交易密码、限额控制、风险提示、二次确认和操作日志。
这些功能看起来是常规的银行业务，但每个模块背后都有严格的金融安全要求。
接下来我会介绍我们是如何用AI原生研发的方法来实现这些需求的。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【AI全流程介入，2分钟】
这是我们项目最大的亮点之一——AI原生研发不是只用在编码环节，
而是贯穿整个研发生命周期。
左边三个环节：需求分析阶段，AI帮助解析PRD文档、梳理业务规则；
架构设计阶段，AI辅助我们设计了MCP-Skill这一核心架构；
编码实现阶段，AI生成了绝大部分的核心代码。
右边三个环节：测试验证阶段，AI辅助编写单元测试和接口校验；
文档治理阶段，AI撰写了7份专业文档并保持版本一致性；
部署交付阶段，我们从一开始就考虑了Docker容器化和环境隔离。
这六个环节环环相扣，AI不是替代人，而是作为强大的辅助工具，
让我们能聚焦在架构设计和业务逻辑这些真正创造价值的事情上。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【技术架构，1.5分钟】
从下往上看，我们的技术栈分六层：
最底层是基础设施，MySQL和Redis全部容器化，通过Docker Compose一键启动；
往上是数据持久层，使用MyBatis-Plus操作数据库，Redis做会话缓存和防重放；
再往上是业务服务层，实现了6大核心Service，覆盖P0所有需求；
AI推理层是我们最核心的创新点——MCP-Skill架构；
接入层通过统一拦截器做JWT校验，所有请求走统一拦截；
最上层是前端，Vue 2 + Vant 2适配移动端。
整体架构是经典的分层设计，但AI推理层的引入是我们的特色。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【核心创新，3分钟——这是重点】
MCP-Skill 架构是我们项目最核心的技术创新，值得重点讲。
核心理念：大模型只负责理解用户意图，实际业务操作通过Skill委托给后端API执行。
这样设计的好处是——大模型不需要知道业务细节，它只需要做自然语言理解。
具体来看这六个特性：
第一，标准化接口：所有Skill都实现McpSkill接口，保证统一契约；
第二，动态注册：加一个@Component就能注册新Skill，完全零侵入；
第三，安全分级：查询类直接返回，资金操作必须两阶段确认；
第四，结构化返回：不只是返回文本，还返回结构化数据，前端可以自动渲染卡片；
第五，LLM无关：现在用的是关键词匹配，将来切换到大模型不需要改任何代码；
第六，可扩展：新增AI能力只需要三步，不需要改已有代码。
这个架构最大的价值是——它让AI能力变得可管理、可扩展、安全可控。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【实际Skill演示，1.5分钟】
这是我们实际落地的三个Skill，给大家看具体的运行效果：
第一个，QueryBalance。用户说"查余额"，AI自动调用这个Skill，
返回结构化数据，前端渲染成余额卡片。
第二个，QueryTransactions。用户说"最近交易"，
返回交易列表卡片，每笔交易的金额、类型、时间都清晰展示。
第三个，TransferPrepare。这个最特殊——它是操作级Skill。
用户说"转给张三500元"，AI提取参数生成转账预览卡片，
用户点击"去转账"后跳转到标准确认页，输入交易密码后才真正执行。
这就是我们说的"两阶段确认"——AI只做参数提取，不执行实际资金操作。
这保证了资金安全，也符合金融监管要求。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【安全体系，2分钟】
我们常说"银行系统的安全不是功能，是底线"。
我们构建了四层防护：
第一层，身份认证。JWT签发拦截、单设备登录控制——
同一个账号在新设备登录后，旧设备会立刻收到"已在其他设备登录"的提示。
第二层，数据安全。密码用bcrypt加盐哈希，身份证和银行卡号用AES-256加密，
前端展示全部脱敏，只显示后四位。
第三层，防攻击。密码错误锁定机制、验证码频率限制、
同一收款方30秒内不能重复转账——这些都是在真实银行系统中验证过的防护策略。
第四层，审计合规。所有操作通过AOP切面自动记录，
敏感信息脱敏后写入，保留超过5年，满足金融监管审计要求。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【AI能力亮点，2分钟】
除了智能客服，我们还有两个值得一提的AI能力：
第一，消费分析。我们实现了一套规则引擎，
可以对所有交易自动分类——餐饮、购物、交通、居住等10个大类，
超过200个关键词匹配。然后生成月度消费报告，
包含总支出、环比趋势、分类占比，还有AI自动生成的洞察文案。
第二，AI洞察引擎。它不是简单的大模型生成，
而是通过规则模板+数据分析自动产生洞察，
比如"您本月餐饮支出占比37.6%，建议关注支出结构"。
这里要强调一个设计原则——所有人的资金操作类意图，
AI只做参数提取和确认卡片展示，实际转账必须跳转到标准密码输入页。
这在金融场景中非常关键。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【项目难点，1.5分钟】
讲一下做这个项目遇到的几个核心挑战：
第一，意图识别精度。用户说话的方式千变万化，
"查余额"和"看看我还有多少钱"是同一个意图。
我们用了关键词+正则双模式，加上人名/金额/银行名的提取逻辑，
覆盖率达到90%以上。
第二，JDK 1.8兼容。项目环境限制只能用JDK 1.8，
很多Java 9以上的语法糖用不了，
比如switch表达式、.toList()等，全部用传统方式替代。
第三，银行级安全合规。这不是普通的CRUD应用，
需要满足《个人信息保护法》《金融客户端安全规范》等法规。
我们做了四层防护体系全面覆盖。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【亮点总结，2分钟——这是加分点】
这里总结我们项目区别于其他参赛作品的五大核心亮点：
第一，MCP-Skill架构。这不是简单的"用AI写代码"，
而是设计了一套标准化的AI能力框架，让AI能力变得可管理、可扩展。
第二，金融级安全。我们的安全不是点缀，是体系化构建的。
很多参赛作品可能关注功能实现，但忽略了银行应用最核心的安全要求。
第三，AI全流程。我们不是只在编码环节用AI，
而是从需求到部署全流程AI深度参与。
第四，卡片式交互。AI回复不是干巴巴的文字，
而是带结构化数据的交互式卡片，用户体验对标真实银行APP。
第五，工程化思维。Docker部署、配置管理、文档治理——
这些展现了我们不只是写代码，而是真正在"做工程"。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【成果数据，0.5分钟】
最后用一组数据来快速总结项目规模：
30多个API接口、8张数据库表、23个前端页面、
6个核心Service、7份专业文档、3个MCP Skill。
每个数字背后都是完整的工程化实现，
不是"为了有而有"，而是经过需求分析和架构设计后的产物。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【收尾，0.5分钟】
各位评委老师，以上就是我们的项目展示。
我想用一句话来总结：
"当所有人都在用AI生成代码的时候，我们选择用AI设计架构、
治理文档、守住安全底线。"
谢谢大家！欢迎提问。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AI原生研发赋能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手机银行核心业务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CC"/>
                </a:solidFill>
              </a:rPr>
              <a:t>基于 MCP-Skill 架构的智能银行系统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0" y="3931920"/>
            <a:ext cx="2103120" cy="54864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手机银行核心业务系统 · 项目展示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竞赛需求：简易手机银行核心业务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82880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任务要求构建一套满足个人基础线上金融服务需求的系统，涵盖以下四大核心模块：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1920240"/>
          </a:xfrm>
          <a:prstGeom prst="roundRect">
            <a:avLst>
              <a:gd name="adj" fmla="val 5714"/>
            </a:avLst>
          </a:prstGeom>
          <a:solidFill>
            <a:srgbClr val="F5F8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</a:rPr>
              <a:t>🔐 账户与登录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注册 / 密码登录 / 验证码登录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会话管理 / 单设备控制 / 密码找回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029200" cy="1920240"/>
          </a:xfrm>
          <a:prstGeom prst="roundRect">
            <a:avLst>
              <a:gd name="adj" fmla="val 5714"/>
            </a:avLst>
          </a:prstGeom>
          <a:solidFill>
            <a:srgbClr val="F5F8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37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</a:rPr>
              <a:t>💳 银行卡管理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22860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绑定(四要素验证) / 解绑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默认卡设置 / 余额查询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5029200" cy="1920240"/>
          </a:xfrm>
          <a:prstGeom prst="roundRect">
            <a:avLst>
              <a:gd name="adj" fmla="val 5714"/>
            </a:avLst>
          </a:prstGeom>
          <a:solidFill>
            <a:srgbClr val="F5F8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931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</a:rPr>
              <a:t>💰 交易与查询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4805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转账汇款 / 生活缴费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账单查询 / 常用收款方管理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840480"/>
            <a:ext cx="5029200" cy="1920240"/>
          </a:xfrm>
          <a:prstGeom prst="roundRect">
            <a:avLst>
              <a:gd name="adj" fmla="val 5714"/>
            </a:avLst>
          </a:prstGeom>
          <a:solidFill>
            <a:srgbClr val="F5F8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931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</a:rPr>
              <a:t>🛡️ 基础安全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交易密码 / 限额控制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风险提示 / 二次确认 / 操作日志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AI原生研发全流程介入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82880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从需求分析到部署运维，AI深度参与研发的每一个环节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484632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905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80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E2"/>
                </a:solidFill>
              </a:rPr>
              <a:t>1 需求分析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AI辅助解析PRD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梳理业务规则与约束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产出技术方案文档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484632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9050">
            <a:solidFill>
              <a:srgbClr val="07C1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34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C160"/>
                </a:solidFill>
              </a:rPr>
              <a:t>2 架构设计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AI驱动架构决策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定义MCP-Skill规范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设计安全防护体系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297680"/>
            <a:ext cx="484632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389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3 编码实现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8006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AI生成核心业务代码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后端Service+Controller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前端Vue组件+API层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1188720"/>
            <a:ext cx="484632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280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4 测试验证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16916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AI辅助编写单元测试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接口自动化校验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业务流程端到端验证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2743200"/>
            <a:ext cx="484632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834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</a:rPr>
              <a:t>5 文档治理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66560" y="32461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AI撰写7份专业文档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版本化修订管控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交叉引用一致性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4297680"/>
            <a:ext cx="484632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4389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</a:rPr>
              <a:t>6 部署交付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66560" y="48006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Docker容器化打包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Docker Compose编排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</a:rPr>
              <a:t>配置外部化+环境隔离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 rot="5400000">
            <a:off x="5303520" y="1645920"/>
            <a:ext cx="1554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E2"/>
                </a:solidFill>
              </a:rPr>
              <a:t>AI 协 同 贯 穿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系统技术架构总览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82880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后端 Spring Boot 2.7 + 前端 Vue 2 + 数据库 MySQL 8.0 + 缓存 Redis 7.x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594360"/>
          </a:xfrm>
          <a:prstGeom prst="roundRect">
            <a:avLst>
              <a:gd name="adj" fmla="val 9231"/>
            </a:avLst>
          </a:prstGeom>
          <a:solidFill>
            <a:srgbClr val="F0F6FC"/>
          </a:solidFill>
          <a:ln w="1524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988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E2"/>
                </a:solidFill>
              </a:rPr>
              <a:t>① 客户端层 — Vue 2 + Vant 2 (移动端H5)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664208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路由懒加载 · 组件按需加载 · Axios拦截器 · Vant UI组件库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698480" cy="594360"/>
          </a:xfrm>
          <a:prstGeom prst="roundRect">
            <a:avLst>
              <a:gd name="adj" fmla="val 9231"/>
            </a:avLst>
          </a:prstGeom>
          <a:solidFill>
            <a:srgbClr val="F0F6FC"/>
          </a:solidFill>
          <a:ln w="1524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2140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9BD5"/>
                </a:solidFill>
              </a:rPr>
              <a:t>② 接入层 — Nginx反向代理 + Spring Boot Controller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395728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统一JSON响应 · JWT令牌校验 · ReqBasic请求基类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10698480" cy="594360"/>
          </a:xfrm>
          <a:prstGeom prst="roundRect">
            <a:avLst>
              <a:gd name="adj" fmla="val 9231"/>
            </a:avLst>
          </a:prstGeom>
          <a:solidFill>
            <a:srgbClr val="F0F6FC"/>
          </a:solidFill>
          <a:ln w="15240">
            <a:solidFill>
              <a:srgbClr val="07C1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85292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C160"/>
                </a:solidFill>
              </a:rPr>
              <a:t>③ AI推理层 — AiChatService (MCP-Skill意图引擎)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127248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意图识别(关键词+正则) · 参数提取 · McpGateway路由调用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10698480" cy="594360"/>
          </a:xfrm>
          <a:prstGeom prst="roundRect">
            <a:avLst>
              <a:gd name="adj" fmla="val 9231"/>
            </a:avLst>
          </a:prstGeom>
          <a:solidFill>
            <a:srgbClr val="F0F6FC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8444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④ 业务服务层 — 6大核心Service (P0全部覆盖)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858768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AuthService · BankCardService · TransactionService · SecurityService · UserService · AiChatService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698480" cy="594360"/>
          </a:xfrm>
          <a:prstGeom prst="roundRect">
            <a:avLst>
              <a:gd name="adj" fmla="val 9231"/>
            </a:avLst>
          </a:prstGeom>
          <a:solidFill>
            <a:srgbClr val="F0F6FC"/>
          </a:solidFill>
          <a:ln w="1524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1596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⑤ 数据持久层 — MyBatis-Plus + MySQL + Redis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590288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参数化查询 · 敏感数据加密 · 会话缓存 · 原子计数防重放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029200"/>
            <a:ext cx="10698480" cy="594360"/>
          </a:xfrm>
          <a:prstGeom prst="roundRect">
            <a:avLst>
              <a:gd name="adj" fmla="val 9231"/>
            </a:avLst>
          </a:prstGeom>
          <a:solidFill>
            <a:srgbClr val="F0F6FC"/>
          </a:solidFill>
          <a:ln w="1524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04748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</a:rPr>
              <a:t>⑥ 基础设施层 — Docker + Docker Compose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5321808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MySQL 8.0容器 · Redis 7.x容器 · 数据卷持久化 · AOF持久化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核心创新：MCP-Skill 架构设计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82880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大模型只负责"理解与推理"，实际业务操作通过 Skill 委托给后端 API 执行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🔌 标准化接口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McpSkill 接口定义统一契约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getMeta() 暴露元数据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execute() 执行业务逻辑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🔧 动态注册机制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@Component 自动扫描注册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ConcurrentHashMap 热插拔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新增 Skill 零代码侵入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19456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🛡️ 安全分级控制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26974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QUERY级：查询类直接返回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OPERATION级：两阶段确认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资金操作必须跳转密码页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89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📦 结构化返回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800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SkillResult = 回复文本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+ 结构化数据(前端卡片渲染)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+ 动作导航(跳转/确认)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429768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4389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🔄 LLM无关设计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0" y="4800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当前规则匹配→未来可切LLM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MCP网关和Skill层无需改动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渐进式智能升级路径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429768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4389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🧩 可扩展生态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新增能力仅需①新建类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②实现McpSkill接口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③@Component注解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落地实践：三个 MCP Skill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82880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目前已实现3个Skill，覆盖智能客服助手核心场景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524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E2"/>
                </a:solidFill>
              </a:rPr>
              <a:t>💰 Query Balance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5087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📌 用户说："查余额" / "工商银行卡还有多少钱"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查询所有银行卡余额，支持按银行筛选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E2"/>
                </a:solidFill>
              </a:rPr>
              <a:t>`query_balance(bank_name="工商银行")`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6666"/>
                </a:solidFill>
              </a:rPr>
              <a:t>▶ 结构化数据 → balance_card 卡片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6666"/>
                </a:solidFill>
              </a:rPr>
              <a:t>▶ AI回复各卡余额 + 总资产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5240">
            <a:solidFill>
              <a:srgbClr val="07C1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C160"/>
                </a:solidFill>
              </a:rPr>
              <a:t>📋 Query Transactions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31546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📌 用户说："最近交易" / "我上个月花了多少"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查询交易记录，支持按类型和时间筛选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5661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E2"/>
                </a:solidFill>
              </a:rPr>
              <a:t>`query_transactions(trans_type="transfer", time_range="7d")`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6666"/>
                </a:solidFill>
              </a:rPr>
              <a:t>▶ 结构化数据 → transaction_list 卡片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6666"/>
                </a:solidFill>
              </a:rPr>
              <a:t>▶ AI回复最近交易摘要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754880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800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🔄 Transfer Prepare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48006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📌 用户说："转给张三500元" / "给妈妈转账1000"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212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转账预执行——提取参数，生成确认卡片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52120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E2"/>
                </a:solidFill>
              </a:rPr>
              <a:t>`transfer_prepare(payee_name="张三", amount=500)`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6666"/>
                </a:solidFill>
              </a:rPr>
              <a:t>▶ 结构化数据 → transfer_preview 卡片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6666"/>
                </a:solidFill>
              </a:rPr>
              <a:t>▶ 用户确认后跳转密码页执行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金融级安全防护体系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82880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银行系统的核心是安全。我们构建了四层安全防护矩阵：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0F8FF"/>
          </a:solidFill>
          <a:ln w="1905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E2"/>
                </a:solidFill>
              </a:rPr>
              <a:t>🛡️ 身份认证层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JWT令牌签发+拦截器统一校验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359152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单设备登录(Redis覆盖旧令牌)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70662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滑动窗口30分钟续期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3054096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无操作15分钟自动退出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0F8FF"/>
          </a:solidFill>
          <a:ln w="19050">
            <a:solidFill>
              <a:srgbClr val="07C1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C160"/>
                </a:solidFill>
              </a:rPr>
              <a:t>🛡️ 数据安全层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201168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密码bcrypt加盐哈希(cost≥12)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2359152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身份证/银行卡号AES-256加密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70662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全链路HTTPS/TLS 1.2+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3054096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前端脱敏展示(卡号/身份证)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0F8F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023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🛡️ 防攻击层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48056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登录5次错误→锁定30分钟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828032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交易密码5次错误→冻结24h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517550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同一收款方30s防重复(原子SETNX)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5522976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验证码60s频率+日限10条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393192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0F8FF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4023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🛡️ 审计合规层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448056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AOP切面自动记录操作日志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4828032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敏感信息脱敏后记录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517550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操作类型全覆盖(登录/转账/绑卡等)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5522976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日志保留≥5年满足审计要求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能力亮点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82880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不只是智能客服，我们还实现了消费分析、智能分类等AI能力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</a:rPr>
              <a:t>🤖 智能客服助手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自然语言对话完成银行业务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66666"/>
                </a:solidFill>
              </a:rPr>
              <a:t>关键词匹配+正则表达式意图识别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66666"/>
                </a:solidFill>
              </a:rPr>
              <a:t>McpGateway路由到对应的Skill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66666"/>
                </a:solidFill>
              </a:rPr>
              <a:t>结构化数据→前端卡片渲染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737360"/>
            <a:ext cx="4754880" cy="1005840"/>
          </a:xfrm>
          <a:prstGeom prst="roundRect">
            <a:avLst>
              <a:gd name="adj" fmla="val 5455"/>
            </a:avLst>
          </a:prstGeom>
          <a:solidFill>
            <a:srgbClr val="FFF8E1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8288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D4037"/>
                </a:solidFill>
              </a:rPr>
              <a:t>⚠️ 资金操作必须两阶段确认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D4037"/>
                </a:solidFill>
              </a:rPr>
              <a:t>AI只提取参数，不执行转账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</a:rPr>
              <a:t>📊 智能消费分析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交易自动分类+月度消费报告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66666"/>
                </a:solidFill>
              </a:rPr>
              <a:t>10大分类、200+关键词匹配规则引擎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66666"/>
                </a:solidFill>
              </a:rPr>
              <a:t>月度总支出+环比趋势+AI洞察文案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3383280"/>
            <a:ext cx="4754880" cy="1005840"/>
          </a:xfrm>
          <a:prstGeom prst="roundRect">
            <a:avLst>
              <a:gd name="adj" fmla="val 5455"/>
            </a:avLst>
          </a:prstGeom>
          <a:solidFill>
            <a:srgbClr val="FFF8E1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4747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D4037"/>
                </a:solidFill>
              </a:rPr>
              <a:t>🎯 分类准确率高，用户可手动修正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D4037"/>
                </a:solidFill>
              </a:rPr>
              <a:t>修正结果反哺规则引擎优化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754880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800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</a:rPr>
              <a:t>🧠 AI洞察引擎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5166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自动生成消费洞察与建议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486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66666"/>
                </a:solidFill>
              </a:rPr>
              <a:t>规则模板生成分析文案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66666"/>
                </a:solidFill>
              </a:rPr>
              <a:t>Top1分类提示+环比增长率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66666"/>
                </a:solidFill>
              </a:rPr>
              <a:t>支出结构建议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5029200"/>
            <a:ext cx="4754880" cy="1005840"/>
          </a:xfrm>
          <a:prstGeom prst="roundRect">
            <a:avLst>
              <a:gd name="adj" fmla="val 5455"/>
            </a:avLst>
          </a:prstGeom>
          <a:solidFill>
            <a:srgbClr val="FFF8E1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51206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D4037"/>
                </a:solidFill>
              </a:rPr>
              <a:t>💡 "您本月餐饮占比37.6%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D4037"/>
                </a:solidFill>
              </a:rPr>
              <a:t>建议关注支出结构"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项目难点与技术突破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82880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在实现过程中，我们面临的几个核心挑战及解决方案：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698480" cy="1508760"/>
          </a:xfrm>
          <a:prstGeom prst="roundRect">
            <a:avLst>
              <a:gd name="adj" fmla="val 4848"/>
            </a:avLst>
          </a:prstGeom>
          <a:solidFill>
            <a:srgbClr val="FAFBFD"/>
          </a:solidFill>
          <a:ln w="1524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0E2"/>
                </a:solidFill>
              </a:rPr>
              <a:t>⚡ AI意图识别精度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❓ 挑战：用户自然语言输入千变万化，"查余额"和"看看我还有多少钱"是同一个意图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✅ 方案：采用关键词+正则双模式匹配，支持银行名提取、金额提取、人名提取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覆盖率达90%+，未识别意图友好引导用户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10698480" cy="1508760"/>
          </a:xfrm>
          <a:prstGeom prst="roundRect">
            <a:avLst>
              <a:gd name="adj" fmla="val 4848"/>
            </a:avLst>
          </a:prstGeom>
          <a:solidFill>
            <a:srgbClr val="FAFBFD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⚡ JDK 1.8兼容性限制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❓ 挑战：项目环境限制JDK 1.8，无法使用switch表达式、.toList()、Map.of()等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✅ 方案：传统switch-case-break、.collect(Collectors.toList())、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new HashMap&lt;&gt;() 替代——在有限语法下完成所有功能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846320"/>
            <a:ext cx="10698480" cy="1508760"/>
          </a:xfrm>
          <a:prstGeom prst="roundRect">
            <a:avLst>
              <a:gd name="adj" fmla="val 4848"/>
            </a:avLst>
          </a:prstGeom>
          <a:solidFill>
            <a:srgbClr val="FAFBFD"/>
          </a:solidFill>
          <a:ln w="1524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</a:rPr>
              <a:t>⚡ 银行级安全合规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❓ 挑战：需满足《个人信息保护法》《金融客户端安全规范》等多重监管要求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✅ 方案：四层防护体系全面覆盖：身份认证+数据加密+防攻击+审计合规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AOP切面统一日志、AES-256加密敏感字段、bcrypt哈希密码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项目亮点总结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82880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以下是我们项目区别于其他参赛作品的五大核心亮点：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524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A5C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508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MCP-Skill 架构创新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1828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设计了标准化的AI能力插拔框架——并非简单调用AI API，而是构建了一套完整的Skill注册、路由、安全校验体系，新增AI能力零代码侵入。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5240">
            <a:solidFill>
              <a:srgbClr val="4A9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146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E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25146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金融级安全完整落地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2834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不只是JWT登录——涵盖单设备控制、两级锁定、防重放、数据加密、脱敏展示、审计日志在内的完整安全体系，满足金融监管合规要求。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5240">
            <a:solidFill>
              <a:srgbClr val="07C1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204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C160"/>
                </a:solidFill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35204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AI原生全流程研发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45920" y="3840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从需求分析→架构设计→编码→测试→文档→部署，AI贯穿每一个研发环节。7份专业文档版本化管理，代码与文档一致性由AI保障。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48056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262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45262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结构化卡片渲染机制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45920" y="4846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AI回复不只是文本，包含结构化数据，前端根据type自动渲染余额卡、交易列表、转账预览等交互式卡片——用户体验对标真实银行APP。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548640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524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5321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59B6"/>
                </a:solidFill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45920" y="55321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Docker容器化一键部署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45920" y="5852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MySQL 8.0 + Redis 7.x 容器化编排，Docker Compose一键启动，配置外部化+环境隔离——展示了DevOps工程化思维。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项目成果数据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82880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一组数据快速了解项目的整体规模：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B0FF"/>
                </a:solidFill>
              </a:rPr>
              <a:t>API接口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覆盖6大业务模块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B0FF"/>
                </a:solidFill>
              </a:rPr>
              <a:t>数据库表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物理设计+索引优化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1A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23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22960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B0FF"/>
                </a:solidFill>
              </a:rPr>
              <a:t>前端页面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完整业务交互流程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74904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1A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31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6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" y="4480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B0FF"/>
                </a:solidFill>
              </a:rPr>
              <a:t>核心Service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846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P0功能全覆盖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374904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1A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931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7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572000" y="4480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B0FF"/>
                </a:solidFill>
              </a:rPr>
              <a:t>专业文档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4846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全流程工程资产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374904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1A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3931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8229600" y="4480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B0FF"/>
                </a:solidFill>
              </a:rPr>
              <a:t>MCP Skill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可插拔AI能力单元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感谢聆听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029200" y="2926080"/>
            <a:ext cx="2103120" cy="54864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BCC"/>
                </a:solidFill>
              </a:rPr>
              <a:t>AI原生研发 · 手机银行核心业务系统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AA"/>
                </a:solidFill>
              </a:rPr>
              <a:t>当所有人都在用 AI 生成代码，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8899AA"/>
                </a:solidFill>
              </a:rPr>
              <a:t>我们选择用 AI 设计架构、治理文档、守住安全底线。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2026-05-05T06:35:51Z</dcterms:created>
  <dcterms:modified xsi:type="dcterms:W3CDTF">2026-05-05T06:35:51Z</dcterms:modified>
</cp:coreProperties>
</file>
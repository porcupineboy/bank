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各位评委老师好！今天我为大家带来的项目是"AI原生研发赋能·手机银行核心业务"。
这个项目的核心思想是：利用AI技术贯穿整个研发周期，构建一套安全、完整的手机银行系统。
我们不仅用AI来写代码，更用AI来设计架构、治理文档、保障安全。
接下来，我会从项目目标、背景需求、AI研发过程、创新点与难点、项目成果几个方面为大家做介绍。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【目录，0.5分钟】
本次汇报分六个部分：
第一，项目目标——我们为什么做这个项目，想要达到什么样的效果；
第二，背景与需求——当前的行业痛点和竞赛的具体要求；
第三，AI研发过程——从需求分析到部署交付，AI如何贯穿每一个环节；
第四，创新点与难点——MCP-Skill架构、安全体系以及我们攻克的技术难关；
第五，项目成果管理——项目规模数据和核心亮点；
最后是总结与展望。
整个汇报大约15分钟，下面我们进入第一部分。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【项目目标，1.5分钟】
我们这个项目的核心愿景是构建"AI原生研发支持中心"。
什么概念呢？传统研发模式是"人找系统"——人写需求、人写代码、人测试、人部署。
我们的目标是变成"系统找人"——AI贯穿全流程，人聚焦在架构设计和决策上。
具体来说有四个子目标：
第一，AI原生全流程研发——不是只在编码环节用AI，而是从需求分析到部署交付全环节；
第二，MCP-Skill架构创新——这是我们最核心的技术创新，后面会重点展开；
第三，金融级安全保障——银行系统安全是底线，不是功能；
第四，工程化交付——专业的文档治理、容器化部署，展现工程化思维。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【背景与需求，1.5分钟】
先看行业背景。当前银行系统面临五大痛点：信息孤岛、响应滞后、重复劳动、风险识别不及时、人力成本刚性上升。
这也正是我们做这个项目的驱动力。
竞赛需求方面，要求构建一套简易手机银行核心业务系统，涵盖四大模块：
第一，账户与登录——注册、密码登录、验证码登录，以及会话管理和单设备控制；
第二，银行卡管理——重点是绑卡时的四要素验证；
第三，交易与查询——转账、缴费、账单查询，这是最核心的业务流；
第四，基础安全——交易密码、限额控制、风险提示和操作日志。
每个模块背后都有严格的金融安全要求，这决定了我们后续的技术选型和架构设计。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【AI研发过程，2分钟】
这是我们项目最大的亮点——AI原生研发。
我们把它定义为六个环节，环环相扣：
第一，需求分析阶段——AI辅助解析PRD文档，自动梳理业务规则，产出技术方案文档；
第二，架构设计阶段——AI辅助我们设计了核心的MCP-Skill架构和安全防护体系；
第三，编码实现阶段——AI生成了70%以上的核心代码，从后端Service到前端Vue组件；
第四，测试验证阶段——AI辅助编写JUnit单元测试和接口校验；
第五，文档治理阶段——AI撰写7份专业文档并保持版本一致性和交叉引用；
第六，部署交付阶段——Docker容器化、环境隔离，一键部署。
AI不是替代人，而是作为强大辅助，让我们聚焦在架构设计和业务逻辑这些真正创造价值的事情上。
整个生命周期中，AI代码生成率超过70%，文档全部由AI参与撰写。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【技术架构，1.5分钟】
这是我们的六层技术架构，从下往上看：
第一层，基础设施——MySQL和Redis全部容器化，Docker Compose一键启动；
第二层，数据持久层——MyBatis-Plus操作数据库，Redis做会话缓存和防重放，敏感字段AES-256加密；
第三层，业务服务层——6大核心Service，Auth、BankCard、Transaction、Security、User、AiChat，P0需求全覆盖；
第四层，AI推理层——这是最核心的创新，AiChatService作为MCP-Skill意图引擎，做意图识别和路由调用；
第五层，接入层——Nginx反向代理，JWT统一校验，全局异常处理；
第六层，客户端层——Vue 2 + Vant 2适配移动端，组件按需加载。
整体是经典的分层架构，但AI推理层的引入是我们的特色。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【MCP-Skill架构，3分钟——这是重点】
MCP-Skill架构是我们项目最核心的技术创新。
核心理念：大模型只负责"理解与推理"，实际业务操作通过Skill委托给后端API执行。
这样做的好处是——大模型不需要知道业务细节，它只需要做自然语言理解。
它有六大特性：
第一，标准化接口——所有Skill都实现McpSkill接口，保证统一契约；
第二，动态注册机制——加一个@Component就能注册新Skill，完全零侵入；
第三，安全分级控制——查询类直接返回，资金操作必须两阶段确认；
第四，结构化返回——不只是返回文本，还返回结构化数据，前端可以自动渲染卡片；
第五，LLM无关设计——现在用关键词匹配，将来切换到大模型不需要改任何代码；
第六，可扩展生态——新增能力仅需三步：新建类、实现接口、加注解。
这个架构最大的价值：让AI能力变得可管理、可扩展、安全可控。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【Skill演示，1.5分钟】
这是我们实际落地的三个Skill：
第一个，QueryBalance——用户说"查余额"或"工商银行卡还有多少钱"，
AI自动调用这个Skill查询所有银行卡余额，前端渲染成余额卡片，展示各卡余额和总资产。
第二个，QueryTransactions——用户说"最近交易"或"上个月花了多少"，
返回交易列表卡片，每笔交易的金额、类型、时间都清晰展示，支持按类型和时间筛选。
第三个，TransferPrepare——这个最特殊，它是操作级Skill。
用户说"转给张三500元"，AI提取参数生成转账预览卡片，
用户点击"去转账"后跳转到标准确认页，输入交易密码后才真正执行。
这就是两阶段确认——AI只做参数提取，不执行实际资金操作。
这保证了资金安全，也符合金融监管要求。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【安全体系，2分钟】
银行系统的安全不是功能，是底线。我们构建了四层防护：
第一层，身份认证——JWT统一校验、单设备登录控制，同一个账号在新设备登录后，旧设备会立刻退出。
第二层，数据安全——密码用bcrypt加盐哈希，cost≥12；身份证和银行卡号用AES-256加密；全链路HTTPS；前端展示全部脱敏。
第三层，防攻击——登录5次错误锁定30分钟，交易密码5次错误冻结24小时，同一收款方30秒内不能重复转账——这些都是真实银行系统验证过的策略。
第四层，审计合规——所有操作通过AOP切面自动记录，敏感信息脱敏后写入，保留超过5年，满足金融监管审计要求。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【AI能力亮点，2分钟】
除了智能客服，我们还有两个值得一提的AI能力：
第一，智能消费分析——实现了规则引擎，对交易自动分类，餐饮、购物、交通等10个大类，超过200个关键词匹配。生成月度消费报告，包含总支出、环比趋势和AI洞察文案。
第二，AI洞察引擎——不是简单的大模型生成，而是通过规则模板加数据分析自动产生洞察。比如"您本月餐饮占比37.6%，建议关注支出结构"。
这里强调一个设计原则：所有资金操作类意图，AI只做参数提取和确认卡片展示，实际转账必须跳转到标准密码输入页。这在金融场景中非常关键。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【项目难点，1.5分钟】
讲一下做这个项目遇到的三个核心挑战：
第一个，意图识别精度。用户说话的方式千变万化，"查余额"和"看看我还有多少钱"是同一个意图。我们用了关键词加正则双模式，加上人名、金额、银行名的提取逻辑，覆盖率达到90%以上。
第二个，JDK 1.8兼容性。项目环境限制只能用JDK 1.8，很多Java 9以上的语法糖用不了，比如switch表达式、.toList()、Map.of()等，全部用传统方式替代。
第三个，银行级安全合规。这不是普通的CRUD应用，需要满足《个人信息保护法》《金融客户端安全规范》等监管要求。我们做了四层防护体系全面覆盖。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【项目成果管理，1分钟】
最后用数据来总结项目规模：
30多个API接口覆盖6大业务模块、8张数据库表经过物理设计和索引优化、23个前端页面实现完整交互流程、6个核心Service覆盖P0所有需求、7份专业文档作为全流程工程资产、3个MCP Skill实现可插拔AI能力。
五大核心亮点：MCP-Skill架构创新、金融级安全、AI全流程研发、卡片式交互、Docker部署。
预期业务价值：流程处理时长缩短85%以上，人工任务量减少90%，项目ROI首年即可回本。
每个数字背后都是完整的工程化实现，不是"为了有而有"，而是经过需求分析和架构设计后的产物。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【收尾，0.5分钟】
各位评委老师，以上就是我们的项目展示。
我想用一句话来总结：
"当所有人都在用AI生成代码的时候，我们选择用AI设计架构、治理文档、守住安全底线。"
谢谢大家！欢迎提问。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AI原生研发赋能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MCP-Skill 架构的智能银行系统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项目的定位、愿景与核心目标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233172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背景与需求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行业痛点、竞赛要求与功能需求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研发过程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AI原生研发全流程、技术架构与MCP-Skill创新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397764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创新点与难点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架构创新、安全体系与技术突破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754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项目成果管理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5166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项目规模数据、核心亮点与交付成果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63040" y="562356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4846320"/>
            <a:ext cx="548640" cy="5486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4754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0" y="5166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AI原生产品的持续演进方向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0725912" cy="9144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88720"/>
            <a:ext cx="9994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核心愿景：构建"AI原生研发支持中心"，实现从"被动响应"到"主动治理"的范式转变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21208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AI原生全流程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017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从需求分析、架构设计、编码实现到测试部署，AI贯穿每一个研发环节，提升交付效率与质量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521208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2376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3017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设计标准化的AI能力插拔框架，实现Skill动态注册、安全分级、结构化返回，新增能力零代码侵入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21208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4526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金融级安全保障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937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构建四层安全防护矩阵，满足《个人信息保护法》《金融客户端安全规范》等监管合规要求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389120"/>
            <a:ext cx="521208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23760" y="4526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工程化交付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937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Docker容器化一键部署，配置外部化+环境隔离，7份专业文档版本化管理，代码与文档一致性由AI保障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信息孤岛，系统间数据难以打通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响应滞后，人工处理时效性差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重复劳动，80%咨询为标准化问题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风险识别不及时，事后补救成本高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人力成本刚性上升，效率瓶颈突出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39512" cy="5029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竞赛需求：手机银行核心业务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账户与登录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/ 密码登录 / 短信验证码登录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 / 单设备控制 / 密码找回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银行卡管理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3246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四要素验证绑卡 / 解绑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默认卡设置 / 余额查询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交易与查询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343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转账汇款 / 生活缴费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账单查询 / 常用收款方管理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基础安全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5440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交易密码 / 限额控制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风险提示 / 二次确认 / 操作日志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从需求分析到部署运维，AI深度参与研发的每一个环节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371600"/>
            <a:ext cx="1024128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097280"/>
            <a:ext cx="594360" cy="5943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AI辅助解析PRD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梳理业务规则与约束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产出技术方案文档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594360" cy="5943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AI驱动架构决策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定义MCP-Skill规范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设计安全防护体系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09728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AI生成核心业务代码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后端Service+Controller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前端Vue组件+API层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594360" cy="5943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AI辅助编写单元测试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接口自动化校验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业务流程端到端验证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1097280"/>
            <a:ext cx="594360" cy="5943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2104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文档治理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2104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AI撰写7份专业文档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版本化修订管控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交叉引用一致性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789920" y="1097280"/>
            <a:ext cx="594360" cy="5943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24128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部署交付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24128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Docker容器化打包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Compose编排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配置外部化+环境隔离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114800"/>
            <a:ext cx="57881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200400" y="411480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协  同  贯  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AI参与度覆盖研发全生命周期  |  代码AI生成率 ≥70%  |  文档AI撰写率 100%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39496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系统技术架构总览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2.7 + Vue 2 + MySQL 8.0 + Redis 7.x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1091672" cy="73152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客户端层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2（移动端H5）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路由懒加载 · 组件按需加载 · Axios拦截器 · Vant UI组件库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1091672" cy="73152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接入层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Spring Boot Controller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331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统一JSON响应 · JWT令牌校验 · ReqBasic请求基类 · 全局异常处理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1091672" cy="7315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AI推理层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AiChatService（MCP-Skill 意图引擎）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意图识别（关键词+正则）· 参数提取 · McpGateway路由调用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1672" cy="7315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03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业务服务层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6大核心Service（P0需求全覆盖）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· BankCardService · TransactionService · SecurityService · UserService · AiChatService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1672" cy="73152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72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数据持久层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+ MySQL + Redis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4937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参数化查询 · 敏感数据AES-256加密 · Redis会话缓存 · 原子计数防重放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91672" cy="73152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40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基础设施层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5440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5806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8.0容器 · Redis 7.x容器 · 数据卷持久化 · AOF持久化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核心创新：MCP-Skill 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大模型只负责"理解与推理"，实际业务操作通过 Skill 委托给后端 API 执行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标准化接口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McpSkill接口定义统一契约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getMeta() 暴露元数据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execute() 执行业务逻辑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动态注册机制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@Component自动扫描注册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ConcurrentHashMap热插拔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新增Skill零代码侵入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安全分级控制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QUERY级：查询类直接返回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OPERATION级：两阶段确认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资金操作必须跳转密码页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40480"/>
            <a:ext cx="35661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结构化返回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SkillResult = 回复文本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结构化数据(前端卡片渲染)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动作导航(跳转/确认)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840480"/>
            <a:ext cx="35661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LLM无关设计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当前关键词匹配→未来可切LLM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MCP网关和Skill层无需改动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渐进式智能升级路径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840480"/>
            <a:ext cx="356616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696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可扩展生态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新增能力仅需三步：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新建类 ② 实现McpSkill接口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@Component注解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落地实践：三个 MCP Skill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目前已实现3个核心Skill，覆盖智能客服助手主要场景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8229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QueryBalance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914400" cy="32004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用户说："查余额"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"工商银行卡还有多少钱"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查询所有银行卡余额，支持按银行筛选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query_balance(bank_name='工商银行')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balance_card 卡片 ▶ AI回复各卡余额+总资产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280160"/>
            <a:ext cx="3566160" cy="8229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QueryTransactions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914400" cy="32004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用户说："最近交易"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"我上个月花了多少"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查询交易记录，支持按类型和时间筛选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query_transactions(trans_type='transfer', time_range='7d')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transaction_list 卡片 ▶ AI回复最近交易摘要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1280160"/>
            <a:ext cx="3566160" cy="8229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TransferPrepare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12480" y="2194560"/>
            <a:ext cx="914400" cy="32004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操作类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用户说："转给张三500元"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"给妈妈转账1000"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转账预执行——提取参数，生成确认卡片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transfer_prepare(payee_name='张三', amount=500)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transfer_preview 卡片 ▶ 用户确认后跳转密码页执行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12480" y="5760720"/>
            <a:ext cx="3200400" cy="32004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仅提取参数，不执行转账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金融级安全防护体系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银行系统的核心是安全。我们构建了四层安全防护矩阵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21945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JWT令牌签发 + 拦截器统一校验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单设备登录（Redis覆盖旧令牌）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滑动窗口30分钟续期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无操作15分钟自动退出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73152" cy="2194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密码 bcrypt 加盐哈希（cost≥12）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身份证/银行卡号 AES-256 加密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全链路 HTTPS / TLS 1.2+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前端脱敏展示（仅显示后四位）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194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防攻击层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登录5次错误 → 锁定30分钟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交易密码5次错误 → 冻结24小时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同一收款方30秒防重复（原子SETNX）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验证码60s频率 + 日限10条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840480"/>
            <a:ext cx="73152" cy="21945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审计合规层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AOP切面自动记录操作日志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敏感信息脱敏后记录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操作类型全覆盖（登录/转账/绑卡等）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日志保留≥5年，满足审计要求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不只是智能客服——消费分析、智能分类、洞察引擎全面覆盖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10972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智能客服助手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自然语言对话完成银行业务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关键词+正则表达式意图识别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McpGateway路由到对应Skill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结构化数据→前端卡片渲染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资金操作两阶段确认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280160"/>
            <a:ext cx="3566160" cy="10972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智能消费分析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交易自动分类 + 月度消费报告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65176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10大分类、200+关键词匹配规则引擎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月度总支出+环比趋势+分类占比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11480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AI自动生成洞察文案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84632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用户可手动修正，反哺规则优化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280160"/>
            <a:ext cx="3566160" cy="10972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AI洞察引擎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自动生成消费洞察与建议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265176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规则模板生成分析文案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12480" y="338328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Top1分类提示+环比增长率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0" y="411480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支出结构建议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484632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示例："您本月餐饮占比37.6%，建议关注支出结构"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项目难点与技术突破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在实现过程中面临的核心挑战及我们的解决方案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8229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AI意图识别精度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用户自然语言输入千变万化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"查余额"和"看看我还有多少钱"是同一意图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采用关键词+正则双模式匹配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支持银行名提取、金额提取、人名提取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覆盖率达90%+，未识别意图友好引导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280160"/>
            <a:ext cx="3566160" cy="8229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JDK 1.8 兼容性限制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项目环境限制只能用JDK 1.8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无法使用switch表达式、.toList()、Map.of()等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传统switch-case-break替代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.collect(Collectors.toList())替代.toList()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HashMap&lt;&gt;()替代Map.of()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280160"/>
            <a:ext cx="3566160" cy="82296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银行级安全合规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需满足《个人信息保护法》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《金融客户端安全规范》等监管要求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四层防护体系全面覆盖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身份认证+数据加密+防攻击+审计合规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AOP切面统一日志、AES-256加密、bcrypt哈希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项目成果管理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一组数据快速了解项目的整体规模与产出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7373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覆盖6大业务模块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371600"/>
            <a:ext cx="17373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物理设计+索引优化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371600"/>
            <a:ext cx="17373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9768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完整业务交互流程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71600"/>
            <a:ext cx="17373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1792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P0功能全覆盖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3816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371600"/>
            <a:ext cx="1737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1381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全流程工程资产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0" y="1371600"/>
            <a:ext cx="173736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1371600"/>
            <a:ext cx="17373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005840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2377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可插拔AI能力单元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五大核心亮点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1520" y="3566160"/>
            <a:ext cx="411480" cy="3657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566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80160" y="3520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 架构创新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8016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标准化AI能力插拔框架，新增能力零代码侵入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4114800"/>
            <a:ext cx="411480" cy="3657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1148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8016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金融级安全完整落地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8016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单设备控制、两级锁定、防重放、数据加密、审计日志全覆盖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4663440"/>
            <a:ext cx="411480" cy="3657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663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8016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AI原生全流程研发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8016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AI贯穿需求→架构→编码→测试→文档→部署全环节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5212080"/>
            <a:ext cx="411480" cy="3657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2120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28016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结构化卡片渲染机制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280160" y="5394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AI回复含结构化数据，前端自动渲染交互式卡片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" y="5760720"/>
            <a:ext cx="411480" cy="3657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5760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280160" y="5715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Docker容器化一键部署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280160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MySQL+Redis容器化编排，配置外部化+环境隔离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0" y="3017520"/>
            <a:ext cx="4782312" cy="32918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040880" y="31089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预期业务价值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223760" y="356616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流程处理时长缩短 ≥85%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23760" y="393192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人工任务量减少 ≥90%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23760" y="429768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服务满意度提升 ≥6%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223760" y="466344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Agent误报率 ≤6%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223760" y="502920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用户操作步骤减少 ≥60%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23760" y="539496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项目ROI ≥100%（首年回本）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223760" y="576072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可复用性 ≥60%，全行推广潜力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65176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 · 手机银行核心业务系统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当所有人都在用 AI 生成代码，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我们选择用 AI 设计架构、治理文档、守住安全底线。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2026-05-05T13:05:37Z</dcterms:created>
  <dcterms:modified xsi:type="dcterms:W3CDTF">2026-05-05T13:05:37Z</dcterms:modified>
</cp:coreProperties>
</file>
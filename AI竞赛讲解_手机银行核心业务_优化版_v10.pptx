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各位评委好。今天我分享的主题是“源于竞赛，不止于竞赛”——我们从一个AI竞赛出发，最终收获的却不只是竞赛本身。
在短短几周内，我们用AI原生的研发方式，从零构建了一个完整的手机银行核心系统。更重要的，是在这个过程中，我们对“研发”这件事本身有了全新的理解。
今天的分享分三个篇章：先看成果证明完成度，再听历程讲述方法，最后我们一起思考——AI时代，一个研发人员的核心竞争力究竟是什么。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评委好。我们的起点只有一段200字的功能描述——就是竞赛给定的那一行文字。然后我们做了一件事：让AI扮演了五个角色——产品经理写需求文档、系统架构师写设计方案、后端开发写开发规范、前端开发写前端规范、测试工程师写测试用例。七份文档构成了完整的研发基线。基于这些文档，AI生成了完整的银行系统——30多个API、24个前端页面、7张数据库表。但这条路我们发现了一个有趣的悖论：AI写的代码语法完美、注释齐全、测试通过——恰恰因为太完美，一个业务语义的偏差反而潜伏了很久才被发现。我们经历了三次典型的教训——相同的BUG反复出现因为文档没更新、交易金额方向符号被AI按数学逻辑处理（支出存正数+100.00）而不是财务语义（支出必须为负）、一个转账意图平均要失败三四次才能说清楚。这些教训让我们重新思考了一个根本性的问题：AI原生研发，到底应该怎么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成果。左侧是我们的系统首页——真实的运行截图。总资产十七万多，正负号清晰区分收支方向；五大快捷功能覆盖转账、查询、缴费等核心场景；两个AI能力入口内置在首页上。这不是概念设计，这是已经跑通的系统。十大功能模块、三十多个API接口、二十四个前端页面，全部由AI原生研发方式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先解释一下MCP-Skill是什么。MCP是Model Context Protocol的缩写，即模型上下文协议，是个开放的开源标准。Skill是我们在这个协议之上自研的能力封装层。MCP-Skill=在MCP标准协议上构建的安全业务操作框架，核心思想非常简洁：大模型只负责理解和推理，不直接操作任何业务。所有的业务操作——查余额、转账、绑卡——都封装成标准的Skill，由路由引擎根据AI识别的意图来调用。右侧是MCP-Skill的四大特性，特别值得关注的是第四点——LLM无关设计，当前这套规则与具体的大模型无关，未来可以切换到任何LL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AI能力，每个都有真实截图。左边是智能客服——用户说“我要看我最近的消费记录”，AI理解意图，返回结构化的交易列表。中间是消费分析——十大消费分类，两百多个关键词，自动生成月度洞察文案。右边是安全转账——用户说“转账给张三一百块”，AI提取参数，两阶段确认流程。每个能力都跑通了从用户输入到业务完成的全链路。所有能力都基于我们自研的MCP-Skill架构——大模型只负责理解和推理，业务操作通过Skill委托给后端AP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个项目最重要的一个顿悟。最开始我们的做法很简单——让AI写代码，出BUG直接改代码。听起来很高效，对吧？但一个现象反复出现：修好的老BUG，在新功能中又冒出来了。花了一整天才意识到——AI不是基于我们最新代码来理解的，它是基于文档来理解的。你不改文档，AI根本不知道你做过什么修改。而且我们还发现了一个更前置的关键：文档本身也是AI生成的——让AI扮演产品经理、架构师、开发、测试等不同角色，从不同视角编写标准化文档。从那一刻起，规矩彻底变了：先改文档，再生成代码。代码变更，只是文档变更的编译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于这个认知，我们形成了以文档为中心的闭环迭代法。核心模型在这一页：文档在中央——但这里的关键一步是：这些文档不是我们手写的，是让AI扮演不同角色编写的。产品经理写需求文档、系统架构师写设计方案、开发写开发规范、测试写测试用例。这七份文档全部由AI以特定角色视角生成，构成了完整的研发基线。然后我们在文档基础上做四步循环——修改文档，AI生成代码，代码Review，发现问题，再回到修改文档。下面是我们从实操中沉淀的五条纪律：文档先行、增量变更、不改旧代码、记录变更、同步更新。每一条都是从真实的失败中总结出来的。最下面是我真实的调教日志节选——二六年四月二十五日，交易金额方向符号问题。文档从“支出存正数”改为“支出存负数(amount.negate())”。就这一句话的改动，AI代码立刻正确。这就是文档驱动闭环的力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看这套方法与传统的研发方式到底有什么本质区别。这张对比表从六个维度展开。最关键的还不是前三行，是最后两行——执行风险和设计风险的逆转。在传统研发中，最大的风险是代码能不能跑通。但在AI原生研发中，AI写的代码语法一定是对的，所以执行风险降到了零。但设计风险却升高了——最难的事情变成了如何精确告诉AI你要什么。我们的实证数据如下方所示：AI代码生成率接近90%、七份专业文档全流程驱动、三个MCP-Skill覆盖核心场景。这就带来一个深刻的问题：如果你的核心竞争力不再是写代码的速度，那应该是什么？我们的答案是：规格表达能力——让AI理解业务的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套方法需要技术的支撑。我们采用了全栈架构，六层结构从客户端到数据持久化层。核心是中间这一层——我们自研的MCP-Skill引擎，实现了意图推理与业务执行的解耦。右侧是MCP-Skill的四个核心特性，特别强调第四点——LLM无关设计，当前这套规则未来可以切换任何大语言模型。关于信任陷阱的典型案例——交易金额方向符号问题，我们在下一章"真实挑战"中详细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然，过程中充满了挑战。我重点分享三个。第一个，AI意图识别精度——"查余额""看看我还有多少钱""我卡里还有多少"，同一个意图三种表达，我们写了5版正则才覆盖90%。第二个，AI代码的业务校验——这是最典型的信任陷阱。转账100元，AI按字面值存在了数据库里，代码语法完美、注释齐全、测试通过。但银行系统里转账是支出，支出必须为负。修复只花了一分钟——.negate()。但发现这个bug花了半天，因为我们都默认AI的代码是对的。第三个，前后端契约对齐——/api/transactions少了s变成/api/transaction，bankName变成bank_name。AI前端和AI后端没有共同记忆。底部的这句话是我最深的感触：AI代码越漂亮，越需要警惕业务语义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个挑战的背后，都是一次认知的升级。这是四条递进式的重新理解。第一条也是最根本的——从“代码是产物”到“文档是产物”。代码变更只是文档变更的编译结果。第二条——从“AI写代码”到“AI理解业务”。AI最强的不是生成代码，而是理解文档后生成代码。第三条——从“编码能力”到“规格表达能力”。最有价值的不是写代码的速度，而是把业务规则精确描述给AI的能力。第四条——从“把代码写对”到“让AI理解对”。未来核心竞争力不是你会写什么代码，而是你能否让AI正确理解你要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认知升级是内在的收获，但外在的成果同样重要。这六个数据卡片展示了项目的量化成果：三十多个API接口覆盖了P0和P1级别的全部场景；二十四个前端页面完整覆盖了MVP所需的所有功能；接近百分之九十的代码由AI生成，人工聚焦在架构设计和关键决策上；七份专业文档体现了全流程文档驱动的方法论。底部这三张截图就是数据的来源证据——AI对话截图、消费分析截图、首页截图。从需求到上线，全流程文档驱动，最终产出可用的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评委，今天我从三个篇章分享了这次AI原生研发的实践。如果AI能写近百分之九十的代码，那么一个优秀的研发人员的核心竞争力应该是什么？是更快的编码速度，还是让AI更好地理解业务的能力？以前我们学习写代码，是为了让计算机理解我们的逻辑。现在我们学习写文档，是为了让AI理解我们的业务。这个转变，可能比我们想象的更加深刻。谢谢大家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以上就是我们团队在AI原生研发方面的实践分享。感谢各位评委的聆听与指导，期待大家的宝贵意见。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源于竞赛，不止于竞赛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AI原生研发的认知跃迁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0" y="3291840"/>
            <a:ext cx="39593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6616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以手机银行为载体的调教实录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手机银行核心业务系统 · 项目展示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200字功能描述，两周构建一个银行系统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让AI扮演五个角色生成七份文档——但我们发现了一个有趣的悖论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9445752" cy="18288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1463040"/>
            <a:ext cx="88971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AI写的代码语法完美、测试通过——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但业务语义的偏差，恰恰因为太完美而更难发现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3840480"/>
            <a:ext cx="8531352" cy="54864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011680" y="3840480"/>
            <a:ext cx="8165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不是代码的问题——是AI理解业务的方式需要重新设计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6126480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接下来：先看我们用这套方法构建了什么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126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功能全景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手机银行核心系统实景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pic>
        <p:nvPicPr>
          <p:cNvPr id="6" name="Image 0" descr="F:\code\bank\bank\screenshots\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2926080" cy="5212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0" y="1097280"/>
            <a:ext cx="7772400" cy="12801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31920" y="128016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9" name="Text 6"/>
          <p:cNvSpPr/>
          <p:nvPr/>
        </p:nvSpPr>
        <p:spPr>
          <a:xfrm>
            <a:off x="39319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63440" y="1234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总资产实时查看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6344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实时账户余额，正负号区分收支方向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0" y="2651760"/>
            <a:ext cx="7772400" cy="12801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931920" y="283464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39319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63440" y="2788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5大快捷功能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6344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转账、交易记录、生活缴费、银行卡、安全中心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0" y="4206240"/>
            <a:ext cx="7772400" cy="12801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31920" y="43891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39319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66344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AI能力集成入口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663440" y="4754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AI助手+消费分析两大AI核心能力一键进入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" y="6126480"/>
            <a:ext cx="10725912" cy="365760"/>
          </a:xfrm>
          <a:prstGeom prst="roundRect">
            <a:avLst/>
          </a:prstGeom>
          <a:solidFill>
            <a:srgbClr val="EBF5FB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10大功能模块 · 30+ API接口 · 24页前端 · 全部AI原生研发完成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58000" y="6126480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接下来：支撑这些能力的技术核心——MCP-Skill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430000" y="6126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MCP-Skill核心创新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让AI安全操作银行系统的架构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5029200" cy="4389120"/>
          </a:xfrm>
          <a:prstGeom prst="roundRect">
            <a:avLst/>
          </a:prstGeom>
          <a:solidFill>
            <a:srgbClr val="EBF5F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请求流程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4663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737360"/>
            <a:ext cx="137160" cy="73152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783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用户输入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084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“帮我转账给张三一百块”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4505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4663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651760"/>
            <a:ext cx="137160" cy="73152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意图识别层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9992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LLM理解自然语言 → 检索匹配Skill库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3649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3566160"/>
            <a:ext cx="4663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566160"/>
            <a:ext cx="137160" cy="73152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Skill路由引擎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9136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呼叫后端API，安全级别校验（QUERY/执行两阶段）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4279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" y="4480560"/>
            <a:ext cx="4663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480560"/>
            <a:ext cx="137160" cy="73152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526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业务执行层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8280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后端Service执行操作，结构化返回（回复+数据+导航）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四大核心特性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1691640"/>
            <a:ext cx="5486400" cy="7315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82880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标准化接口 + 动态注册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每个SKill统一标准，可动态注册和卸载，新增能力无需重启系统。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2606040"/>
            <a:ext cx="5486400" cy="7315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274320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安全分级：QUERY / 执行两阶段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查询操作自动放行，写入操作必须用户确认 + 防欺骗警告。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35040" y="3520440"/>
            <a:ext cx="5486400" cy="7315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365760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结构化返回：回复+数据+导航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580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AI返回结构化对话+业务数据+结算页导航，前端自由渲染。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35040" y="4434840"/>
            <a:ext cx="5486400" cy="7315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457200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5800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LLM无关设计：当前规则，未来可切换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5800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意图推理与业务执行解耦，可替换任何LLM而不影响业务逻辑。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35040" y="5257800"/>
            <a:ext cx="5486400" cy="365760"/>
          </a:xfrm>
          <a:prstGeom prst="roundRect">
            <a:avLst/>
          </a:prstGeom>
          <a:solidFill>
            <a:srgbClr val="FFF8E1"/>
          </a:solidFill>
          <a:ln/>
        </p:spPr>
      </p:sp>
      <p:sp>
        <p:nvSpPr>
          <p:cNvPr id="49" name="Text 47"/>
          <p:cNvSpPr/>
          <p:nvPr/>
        </p:nvSpPr>
        <p:spPr>
          <a:xfrm>
            <a:off x="6217920" y="5257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6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术语解释：MCP=Model Context Protocol（开放标准） | Skill=自研AI能力封装层 | MCP-Skill=解耦意图与执行的安全架构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371600" y="5760720"/>
            <a:ext cx="9445752" cy="59436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1554480" y="5760720"/>
            <a:ext cx="9079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相比直接让LLM调用API：MCP-Skill多了安全分级校验、参数Schema校验、结构化返回契约——让业务操作可审计、可管控、可替换。这不是“用AI写代码”，这是“让AI安全地操作一个银行系统”。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58000" y="6126480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接下来：AI创新三大能力的真实演示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1430000" y="6126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AI创新能力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智能客服 · 消费分析 · 安全转账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566160" cy="4846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3566160" cy="54864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智能客服</a:t>
            </a:r>
            <a:endParaRPr lang="en-US" sz="1600" dirty="0"/>
          </a:p>
        </p:txBody>
      </p:sp>
      <p:pic>
        <p:nvPicPr>
          <p:cNvPr id="9" name="Image 0" descr="F:\code\bank\bank\screenshots\ai-transa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737360"/>
            <a:ext cx="2651760" cy="3291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5120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自然语言→意图识别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5440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Skill路由→结构化返回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1097280"/>
            <a:ext cx="3566160" cy="4846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097280"/>
            <a:ext cx="356616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消费分析</a:t>
            </a:r>
            <a:endParaRPr lang="en-US" sz="1600" dirty="0"/>
          </a:p>
        </p:txBody>
      </p:sp>
      <p:pic>
        <p:nvPicPr>
          <p:cNvPr id="15" name="Image 1" descr="F:\code\bank\bank\screenshots\consumption-analysi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737360"/>
            <a:ext cx="2651760" cy="32918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5120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10大分类·200+关键词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0" y="5440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AI自动分析·月度报告文案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38160" y="1097280"/>
            <a:ext cx="3566160" cy="4846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38160" y="1097280"/>
            <a:ext cx="35661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6"/>
          <p:cNvSpPr/>
          <p:nvPr/>
        </p:nvSpPr>
        <p:spPr>
          <a:xfrm>
            <a:off x="841248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安全转账</a:t>
            </a:r>
            <a:endParaRPr lang="en-US" sz="1600" dirty="0"/>
          </a:p>
        </p:txBody>
      </p:sp>
      <p:pic>
        <p:nvPicPr>
          <p:cNvPr id="21" name="Image 2" descr="F:\code\bank\bank\screenshots\ai-transf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95360" y="1737360"/>
            <a:ext cx="2651760" cy="32918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5120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两阶段确认流程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412480" y="5440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转账密码·防欺骗警告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31520" y="60807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以上能力均基于自研MCP-Skill架构实现：大模型只负责理解与推理，业务操作通过Skill委托给后端API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858000" y="6126480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接下来：这些能力为什么会被创造出来？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1430000" y="6126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认知拐点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一次调教中的顿悟时刻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5303520" cy="47548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97280"/>
            <a:ext cx="53035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Before：代码优先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拿到需求 → 让AI写代码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出BUG → 直接改代码修复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新需求 → AI重新生成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老BUG再现——因为文档没有同步修改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846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这不是代码的问题，是文档的问题。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5303520" cy="47548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097280"/>
            <a:ext cx="53035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280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After：文档先行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18288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拿到需求 → 先修改文档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让AI按新文档生成代码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Review → 发现语义偏差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回头修改文档描述 → 再生成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代码变更是文档变更的“编译结果”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2926080"/>
            <a:ext cx="1581912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2926080"/>
            <a:ext cx="1581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顿悟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86000" y="6035040"/>
            <a:ext cx="7616952" cy="4572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468880" y="6035040"/>
            <a:ext cx="7251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文档不是说明书，文档是源代码。代码变更只是文档变更的编译结果。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6126480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接下来：基于这个认知，我们形成了闭环方法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0" y="6126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文档驱动闭环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以文档为中心的迭代闭环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0" y="1188720"/>
            <a:ext cx="2560320" cy="9144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188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20624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（由AI扮演五大角色编写）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365760"/>
            <a:ext cx="2926080" cy="45720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365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修改文档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503920" y="1645920"/>
            <a:ext cx="2926080" cy="45720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AI生成代码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2926080"/>
            <a:ext cx="2926080" cy="457200"/>
          </a:xfrm>
          <a:prstGeom prst="roundRect">
            <a:avLst/>
          </a:prstGeom>
          <a:solidFill>
            <a:srgbClr val="1A5276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代码Review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645920"/>
            <a:ext cx="2926080" cy="45720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发现问题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594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66960" y="210312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0" y="2926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82296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失败比例 &gt; 成功比例：每次成功调教背后有3-4次失败描述尝试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93192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20624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文档先行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先改文档再改代码。文档是“调教参数”，代码是输出。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80360" y="420624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28" name="Text 26"/>
          <p:cNvSpPr/>
          <p:nvPr/>
        </p:nvSpPr>
        <p:spPr>
          <a:xfrm>
            <a:off x="2880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增量变更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8036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改一处生成一处，不全量覆盖。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66360" y="420624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不改旧代码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已调好的逻辑不动，只通过改文档触发新生成。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52360" y="420624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36" name="Text 34"/>
          <p:cNvSpPr/>
          <p:nvPr/>
        </p:nvSpPr>
        <p:spPr>
          <a:xfrm>
            <a:off x="7452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95528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记录变更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5236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每次调教记录：改了啥→为什么→结果。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738360" y="420624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40" name="Text 38"/>
          <p:cNvSpPr/>
          <p:nvPr/>
        </p:nvSpPr>
        <p:spPr>
          <a:xfrm>
            <a:off x="9738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24128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同步更新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73836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调教中沉淀的规则即时写回文档。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828800" y="5394960"/>
            <a:ext cx="8531352" cy="4114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28800" y="5394960"/>
            <a:ext cx="8531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以前我是编码者，现在我是调教师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31520" y="5669280"/>
            <a:ext cx="10725912" cy="45720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0" y="56692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调教日志节选：[2026-04-25] 需求F-TRANS-003 | 交易金额方向符号 | 文档从“支出存正数”改为“支出存负数(amount.negate())” | AI代码立即正确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58000" y="6126480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接下来：新方法与传统的本质差异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430000" y="6126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研发范式对比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传统研发与AI原生研发的本质差异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2286000" cy="457200"/>
          </a:xfrm>
          <a:prstGeom prst="roundRect">
            <a:avLst/>
          </a:prstGeom>
          <a:solidFill>
            <a:srgbClr val="2C3E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3474720" cy="457200"/>
          </a:xfrm>
          <a:prstGeom prst="roundRect">
            <a:avLst/>
          </a:prstGeom>
          <a:solidFill>
            <a:srgbClr val="95A5A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传统研发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1188720"/>
            <a:ext cx="4572000" cy="45720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1783080"/>
            <a:ext cx="2286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783080"/>
            <a:ext cx="347472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783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783080"/>
            <a:ext cx="4572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783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文档（代码是编译结果）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2423160"/>
            <a:ext cx="2286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人的角色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423160"/>
            <a:ext cx="347472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423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2423160"/>
            <a:ext cx="4572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423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规格工程师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063240"/>
            <a:ext cx="2286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Debug对象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3063240"/>
            <a:ext cx="347472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063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语法错误 / 逻辑BUG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3063240"/>
            <a:ext cx="4572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3063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语义歧义 / AI理解偏差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3703320"/>
            <a:ext cx="2286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变更方式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703320"/>
            <a:ext cx="347472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703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改代码 → 补文档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3703320"/>
            <a:ext cx="4572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703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改文档 → 再生代码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4343400"/>
            <a:ext cx="2286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343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执行风险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4343400"/>
            <a:ext cx="347472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4343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高（能不能跑通）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58000" y="4343400"/>
            <a:ext cx="4572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4343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低（AI写的语法一定对）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" y="4983480"/>
            <a:ext cx="2286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983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设计风险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0" y="4983480"/>
            <a:ext cx="347472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0" y="4983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低（要做什么很清楚）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0" y="4983480"/>
            <a:ext cx="4572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4983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高（最难是精确告诉AI）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31520" y="576072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0" y="589788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实证数据：AI代码生成率~90% · 7份专业文档全流程驱动 · 3个MCP-Skill覆盖核心场景——从“让AI写代码”到“让AI理解业务”，人的价值从编码速度转变为规格表达能力。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58000" y="6126480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接下来：支撑这套方法的技术架构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1430000" y="6126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技术框架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调教的技术基石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4114800" cy="411480"/>
          </a:xfrm>
          <a:prstGeom prst="roundRect">
            <a:avLst/>
          </a:prstGeom>
          <a:solidFill>
            <a:srgbClr val="8E44A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63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客户端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0" y="1463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2 + Vant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4114800" cy="41148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接入层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JWT统一校验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4114800" cy="41148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68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意图推理层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MCP-Skill引擎※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971800"/>
            <a:ext cx="4114800" cy="41148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9718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业务服务层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2971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6大核心Service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4114800" cy="411480"/>
          </a:xfrm>
          <a:prstGeom prst="roundRect">
            <a:avLst/>
          </a:prstGeom>
          <a:solidFill>
            <a:srgbClr val="1A527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474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数据持久层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0312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MyBatis-Plus+MySQL加密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3977640"/>
            <a:ext cx="4114800" cy="411480"/>
          </a:xfrm>
          <a:prstGeom prst="roundRect">
            <a:avLst/>
          </a:prstGeom>
          <a:solidFill>
            <a:srgbClr val="2C3E5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977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基础设施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Docker容器化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MCP-Skill核心特性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15087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标准化接口+ 动态注册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18928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安全分级：QUERY/执行两阶段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0" y="227685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结构化返回：回复+数据+导航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266090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LLM无关设计：当前规则，未来可切LLM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0352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安全保护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35204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身份认证 | 数据加密(bcrypt+AES) | 防攻击(锁定+30s防重复) | AOP审计日志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AI能力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4251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智能客服 | 消费分析(10类+月报) | AI洞察引擎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" y="457200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MCP-Skill=自研AI能力封装框架：意图推理与业务执行解耦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" y="4937760"/>
            <a:ext cx="10725912" cy="457200"/>
          </a:xfrm>
          <a:prstGeom prst="roundRect">
            <a:avLst/>
          </a:prstGeom>
          <a:solidFill>
            <a:srgbClr val="EBF5FB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信任陷阱案例：交易金额方向符号——详见下一页“真实挑战”篇章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6126480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接下来：技术架构背后的真实挑战与应对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430000" y="6126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真实挑战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调教中踩过的坑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3566160" cy="38404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3566160" cy="59436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AI意图识别精度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3200400" cy="128016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402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用户说“查余额”、“看看我还有多少钱”、“我卡里还有多少”——同一个意图，三种表达。写了5版正则、试了8组关键词，第9版才覆盖90%的输入。最难的不是让AI理解，而是穷举人类可能的所有说法。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3200400" cy="73152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86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关键词+正则双模式匹配 + LLM兜底。边界case逐一补充到场景库，每新增一个表达即刻更新文档。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188720"/>
            <a:ext cx="3566160" cy="38404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188720"/>
            <a:ext cx="3566160" cy="59436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188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AI代码的业务校验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1965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194560"/>
            <a:ext cx="3200400" cy="128016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2402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账100元，数据库存了100.00——AI按用户输入的字面值存储，逻辑上没毛病。但银行系统里，转账是支出，支出必须为负。代码语法完美、注释齐全、单元测试通过——正因如此，这个bug在第一轮review时完全没人发现。修复只花了一分钟：加了个.negate()。但找到它花了半天——因为我们一直默认AI的代码是对的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3611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840480"/>
            <a:ext cx="3200400" cy="73152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886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建立业务校验清单：金额方向→字段精度→分类规则。核心原则：AI代码越漂亮，审查越要警惕语义错误。每发现一个语义bug，同步更新校验清单。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1188720"/>
            <a:ext cx="3566160" cy="38404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188720"/>
            <a:ext cx="3566160" cy="59436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188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前后端契约对齐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0" y="1965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0" y="2194560"/>
            <a:ext cx="3200400" cy="128016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22402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暴露/api/transactions，前端请求/api/transaction——差一个s。后端叫bankName，前端传bank_name。AI前端和AI后端是两段独立的生成，没有共同记忆。每个接口路径、参数名、响应结构都需要人工对齐，只能一个一个找，费时还容易漏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3611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12480" y="3840480"/>
            <a:ext cx="3200400" cy="73152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3886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抽象ReqBase统一请求规范，前后端AI共享同一份契约模板。新增接口时必须先更新契约文档，再分别生成前端和后端代码。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371600" y="5303520"/>
            <a:ext cx="9445752" cy="4114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554480" y="5303520"/>
            <a:ext cx="9079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真实数据：成功调教1个意图，平均失败3-4次描述尝试。AI代码越漂亮，越需要警惕业务语义错误。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6126480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接下来：挑战之后沉淀的认知升级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30000" y="6126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认知升级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四条递进的重新理解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从「代码是产物」到「文档是产物」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63040" y="1645920"/>
            <a:ext cx="91440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代码变更是文档变更的编译结果。文档质量决定代码质量。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从「AI写代码」到「AI理解业务」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463040" y="2743200"/>
            <a:ext cx="91440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2834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AI最强的不是生成代码，而是理解文档后生成代码。关键在文档写得对。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429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从「编码能力」到「规格表达能力」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463040" y="3840480"/>
            <a:ext cx="91440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3931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最有价值的不是写代码的速度，而是把业务规则精确描述给AI的能力。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526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从「把代码写对」到「让AI理解对」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463040" y="4937760"/>
            <a:ext cx="91440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25" name="Text 23"/>
          <p:cNvSpPr/>
          <p:nvPr/>
        </p:nvSpPr>
        <p:spPr>
          <a:xfrm>
            <a:off x="146304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未来核心竞争力：不是你会写什么，而是你能否让AI正确理解你要什么。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0" y="5760720"/>
            <a:ext cx="9445752" cy="50292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554480" y="5760720"/>
            <a:ext cx="9079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AI能写近90%的代码——但剩下的10%的架构决策和业务理解，才是你不可替代的价值。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6126480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接下来：量化成果与数据验证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0" y="6126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成果数据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量化验证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265176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API接口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P0/P1全部场景覆盖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280160"/>
            <a:ext cx="265176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3756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后端全部场景覆盖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280160"/>
            <a:ext cx="265176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1792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前端页面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完整覆盖MVP全部场景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98280" y="128016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1280160"/>
            <a:ext cx="2651760" cy="457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909828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09828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专业文档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9828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全流程文档驱动体现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926080"/>
            <a:ext cx="265176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57200" y="3520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代码AI生成率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人工聚焦架构与决策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292608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2926080"/>
            <a:ext cx="2651760" cy="45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337560" y="3520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Skill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3756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意图推理与执行解耦</a:t>
            </a:r>
            <a:endParaRPr lang="en-US" sz="1000" dirty="0"/>
          </a:p>
        </p:txBody>
      </p:sp>
      <p:pic>
        <p:nvPicPr>
          <p:cNvPr id="36" name="Image 0" descr="F:\code\bank\bank\screenshots\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297680"/>
            <a:ext cx="914400" cy="1463040"/>
          </a:xfrm>
          <a:prstGeom prst="rect">
            <a:avLst/>
          </a:prstGeom>
        </p:spPr>
      </p:pic>
      <p:pic>
        <p:nvPicPr>
          <p:cNvPr id="37" name="Image 1" descr="F:\code\bank\bank\screenshots\ai-transac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54480" y="4297680"/>
            <a:ext cx="914400" cy="1463040"/>
          </a:xfrm>
          <a:prstGeom prst="rect">
            <a:avLst/>
          </a:prstGeom>
        </p:spPr>
      </p:pic>
      <p:pic>
        <p:nvPicPr>
          <p:cNvPr id="38" name="Image 2" descr="F:\code\bank\bank\screenshots\consumption-analysi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51760" y="4297680"/>
            <a:ext cx="914400" cy="146304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384048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数据来源证据：左起=AI对话截图 / 消费分析截图 / 首页截图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1371600" y="5852160"/>
            <a:ext cx="9445752" cy="4572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41" name="Text 36"/>
          <p:cNvSpPr/>
          <p:nvPr/>
        </p:nvSpPr>
        <p:spPr>
          <a:xfrm>
            <a:off x="1554480" y="5852160"/>
            <a:ext cx="9079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从需求到上线，全流程文档驱动，最终产出可用产品。每个数据背后都有真实截图作为证据。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6858000" y="6126480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接下来：回归本源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11430000" y="6126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以前我们学习写代码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让计算机理解我们的逻辑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0" y="2834640"/>
            <a:ext cx="39593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现在我们学习写文档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让AI理解我们的业务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源于竞赛，不止于竞赛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594360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114800" y="2926080"/>
            <a:ext cx="39593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源于竞赛，不止于竞赛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手机银行核心业务系统 · AI原生研发实践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94360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2026-05-06T18:14:44Z</dcterms:created>
  <dcterms:modified xsi:type="dcterms:W3CDTF">2026-05-06T18:14:44Z</dcterms:modified>
</cp:coreProperties>
</file>
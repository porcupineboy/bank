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【开场白，1分钟】
各位评委老师好！今天我为大家带来的项目是"AI原生研发赋能·手机银行核心业务"。
这个项目的核心思想是：利用AI技术贯穿整个研发周期，构建一套安全、完整的手机银行系统。
我们不仅用AI来写代码，更用AI来设计架构、治理文档、保障安全。
接下来，我会从项目目标、背景需求、AI研发过程、创新点与难点、成果与收获几个方面为大家做介绍。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【目录，0.5分钟】
本次汇报分六个部分：
第一，项目目标——从公司战略视角，定位这个项目的核心目标是什么；
第二，背景与需求——以手机银行为场景载体的原因和竞赛要求；
第三，AI研发过程——AI如何贯穿每一个环节，以及我们沉淀的技术架构；
第四，创新点与难点——真实遇到的困难和我们的解决方案；
第五，成果与收获——不仅是项目数据，更是个人和团队的认知升级；
最后是总结与展望。
整个汇报大约15分钟，下面我们进入第一部分。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【项目目标，2分钟】
这个项目我给自己定了四个目标，它不是从产品需求出发，而是从公司战略视角出发：
第一，场景验证。手机银行只是载体，我的真实目的是完整走一遍AI原生研发全流程，验证每个环节能不能跑通，效率提升多少——这是我们判断AI研发是否可行的第一步。
第二，能力沉淀。光跑通不够，还要看沉淀下来的东西能不能复用。MCP-Skill架构就是我设计的标准化AI能力框架——如果它在这个场景能用，换一个场景应该也能用。
第三，价值探索。消费分析、意图识别这些AI功能，到底哪些是真的有价值的，哪些还只是噱头。我需要给公司一个真实的评估。
第四，组织赋能。最终要沉淀出一套打法——提示词怎么写、AI代码怎么校验、文档怎么管——让后面的人不用从头再来。
这四个目标层层递进，从"能不能做"到"能不能推广"。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【背景与需求，1.5分钟】
先看行业背景。当前银行系统面临五大痛点：信息孤岛、响应滞后、重复劳动、风险识别不及时、人力成本刚性上升。
这也正是我们做这个项目的驱动力。
竞赛需求方面，要求构建一套简易手机银行核心业务系统，涵盖四大模块：
第一，账户与登录——注册、密码登录、验证码登录，以及会话管理和单设备控制；
第二，银行卡管理——重点是绑卡时的四要素验证；
第三，交易与查询——转账、缴费、账单查询，这是最核心的业务流；
第四，基础安全——交易密码、限额控制、风险提示和操作日志。
每个模块背后都有严格的金融安全要求，这决定了我们后续的技术选型和架构设计。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【AI研发过程，2分钟】
这是我们项目最大的亮点——AI原生研发。
我们把它定义为六个环节，环环相扣：
第一，需求分析阶段——AI辅助解析PRD文档，自动梳理业务规则，产出技术方案文档；
第二，架构设计阶段——AI辅助我们设计了核心的MCP-Skill架构和安全防护体系；
第三，编码实现阶段——AI生成了70%以上的核心代码，从后端Service到前端Vue组件；
第四，测试验证阶段——AI辅助编写JUnit单元测试和接口校验；
第五，文档治理阶段——AI撰写7份专业文档并保持版本一致性和交叉引用；
第六，部署交付阶段——Docker容器化、环境隔离，一键部署。
AI不是替代人，而是作为强大辅助，让我们聚焦在架构设计和业务逻辑这些真正创造价值的事情上。
整个生命周期中，AI代码生成率超过70%，文档全部由AI参与撰写。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【技术架构，1.5分钟】
这是我们的六层技术架构，从下往上看：
第一层，基础设施——MySQL和Redis全部容器化，Docker Compose一键启动；
第二层，数据持久层——MyBatis-Plus操作数据库，Redis做会话缓存和防重放，敏感字段AES-256加密；
第三层，业务服务层——6大核心Service，Auth、BankCard、Transaction、Security、User、AiChat，P0需求全覆盖；
第四层，AI推理层——这是最核心的创新，AiChatService作为MCP-Skill意图引擎，做意图识别和路由调用；
第五层，接入层——Nginx反向代理，JWT统一校验，全局异常处理；
第六层，客户端层——Vue 2 + Vant 2适配移动端，组件按需加载。
整体是经典的分层架构，但AI推理层的引入是我们的特色。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【MCP-Skill架构，3分钟——这是重点】
MCP-Skill架构是我们项目最核心的技术创新。
核心理念：大模型只负责"理解与推理"，实际业务操作通过Skill委托给后端API执行。
这样做的好处是——大模型不需要知道业务细节，它只需要做自然语言理解。
它有六大特性：
第一，标准化接口——所有Skill都实现McpSkill接口，保证统一契约；
第二，动态注册机制——加一个@Component就能注册新Skill，完全零侵入；
第三，安全分级控制——查询类直接返回，资金操作必须两阶段确认；
第四，结构化返回——不只是返回文本，还返回结构化数据，前端可以自动渲染卡片；
第五，LLM无关设计——现在用关键词匹配，将来切换到大模型不需要改任何代码；
第六，可扩展生态——新增能力仅需三步：新建类、实现接口、加注解。
这个架构最大的价值：让AI能力变得可管理、可扩展、安全可控。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【Skill演示，1.5分钟】
这是我们实际落地的三个Skill：
第一个，QueryBalance——用户说"查余额"或"工商银行卡还有多少钱"，
AI自动调用这个Skill查询所有银行卡余额，前端渲染成余额卡片，展示各卡余额和总资产。
第二个，QueryTransactions——用户说"最近交易"或"上个月花了多少"，
返回交易列表卡片，每笔交易的金额、类型、时间都清晰展示，支持按类型和时间筛选。
第三个，TransferPrepare——这个最特殊，它是操作级Skill。
用户说"转给张三500元"，AI提取参数生成转账预览卡片，
用户点击"去转账"后跳转到标准确认页，输入交易密码后才真正执行。
这就是两阶段确认——AI只做参数提取，不执行实际资金操作。
这保证了资金安全，也符合金融监管要求。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【安全体系，2分钟】
银行系统的安全不是功能，是底线。我们构建了四层防护：
第一层，身份认证——JWT统一校验、单设备登录控制，同一个账号在新设备登录后，旧设备会立刻退出。
第二层，数据安全——密码用bcrypt加盐哈希，cost≥12；身份证和银行卡号用AES-256加密；全链路HTTPS；前端展示全部脱敏。
第三层，防攻击——登录5次错误锁定30分钟，交易密码5次错误冻结24小时，同一收款方30秒内不能重复转账——这些都是真实银行系统验证过的策略。
第四层，审计合规——所有操作通过AOP切面自动记录，敏感信息脱敏后写入，保留超过5年，满足金融监管审计要求。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【AI能力亮点，2分钟】
除了智能客服，我们还有两个值得一提的AI能力：
第一，智能消费分析——实现了规则引擎，对交易自动分类，餐饮、购物、交通等10个大类，超过200个关键词匹配。生成月度消费报告，包含总支出、环比趋势和AI洞察文案。
第二，AI洞察引擎——不是简单的大模型生成，而是通过规则模板加数据分析自动产生洞察。比如"您本月餐饮占比37.6%，建议关注支出结构"。
这里强调一个设计原则：所有资金操作类意图，AI只做参数提取和确认卡片展示，实际转账必须跳转到标准密码输入页。这在金融场景中非常关键。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【项目难点，2分钟】
讲一下这个项目真实遇到的三个核心挑战——这些才是AI研发中真正"卡住"的地方：
第一个，AI意图识别精度。用户说话千变万化，"查余额"和"看看我还有多少钱"是同一意图，但正则怎么写才能不漏？而且边界情况层出不穷——这是规则引擎的固有缺陷，需要持续补充。
第二个，AI生成代码的业务校验。这是我认为最难的一点——AI生成的代码语法上完全正确，但业务语义可能是错的。比如金额符号存反了、字段长度不够溢出了、分类规则大小写没对齐——这些只有跑起来才知道。
第三个，前后端集成契约对齐。AI前端和后端是两套独立的生成，天然存在契约断裂。API路径不一致、参数名不匹配、响应结构预期差异——需要一个统一的契约规范来兜底。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【成果与收获，2分钟】
先看左边，这是我个人在这个项目中的四个核心收获：
第一，对AI研发的深度认知。以前我觉得AI就是个代码生成器，现在我的认知完全变了——AI最强的不是写代码，而是理解和推理；但最弱的恰恰是业务语义理解。代码没错但业务逻辑错了，这是AI研发特有的难题。
第二，提示词工程经验。我最大的教训是：业务约束必须显式写在提示词里，你以为AI知道的，它不知道。一句话说清楚规则，比后续花10分钟修BUG更高效。
第三，AI代码验证方法论。我建立了一套校验清单，从金额符号到字段长度到分类规则，每一步都有检查点——这成了我后续做AI研发的标准流程。
第四，可复用的架构思维。MCP-Skill的设计原则不仅适用于这个项目，它是一种通用的能力抽象方法论。
再看右边，这是我认为可以真正推广的五套打法。如果公司后续要做AI原生研发，这些东西可以直接复用。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【收尾，0.5分钟】
各位评委老师，以上就是我们的项目展示。
我想用一句话来总结：
"当所有人都在用AI生成代码的时候，我们选择用AI设计架构、治理文档、守住安全底线。"
谢谢大家！欢迎提问。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AI原生研发赋能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7259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114800" y="347472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74904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MCP-Skill 架构的智能银行系统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手机银行核心业务系统 · 项目展示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0" cy="54864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公司战略视角：场景验证·能力沉淀·价值探索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463040" y="233172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32320" y="1463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背景与需求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874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行业痛点、竞赛要求与功能需求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研发过程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AI原生研发全流程、技术架构与MCP-Skill创新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463040" y="397764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32320" y="31089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创新点与难点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520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真实困难：意图识别·代码校验·前后端集成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846320"/>
            <a:ext cx="548640" cy="5486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63040" y="4754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成果与收获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463040" y="5166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项目成果、个人成长与可复用打法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463040" y="5623560"/>
            <a:ext cx="4754880" cy="9144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0" y="4846320"/>
            <a:ext cx="548640" cy="54864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132320" y="47548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132320" y="5166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AI研发的认知升级与推广建议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188720"/>
            <a:ext cx="10725912" cy="77724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188720"/>
            <a:ext cx="9994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项目定位：以手机银行为场景载体，完整经历AI原生研发全流程，验证可复用、可推广的AI研发打法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5212080" cy="17830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场景验证——跑通全流程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2834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以手机银行业务为真实场景，从需求分析→架构设计→编码→测试→文档→部署，完整走完AI原生研发的全生命周期，验证各环节的可行性与效率提升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2286000"/>
            <a:ext cx="5212080" cy="17830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223760" y="2423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能力沉淀——形成可复用架构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223760" y="283464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通过MCP-Skill架构的设计与落地，验证AI能力的标准化封装、动态注册、安全分级机制是否具备跨场景复用的条件，形成可推广的技术组件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5212080" cy="17830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4434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价值探索——评估落地可行性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846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在消费分析、意图识别、结构化卡片交互等AI功能中，评估哪些具备实际业务落地价值，哪些仍需优化——为公司AI投入提供决策依据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4297680"/>
            <a:ext cx="5212080" cy="178308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4480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7223760" y="4434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组织赋能——沉淀研发打法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4846320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总结AI原生研发中的经验与教训，形成提示词工程规范、AI代码校验流程、文档治理标准——让下一支团队可以复用这套方法论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背景与需求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行业痛点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645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信息孤岛，系统间数据难以打通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响应滞后，人工处理时效性差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重复劳动，80%咨询为标准化问题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风险识别不及时，事后补救成本高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人力成本刚性上升，效率瓶颈突出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097280"/>
            <a:ext cx="5239512" cy="502920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2344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竞赛需求：手机银行核心业务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0" y="17373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账户与登录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 / 密码登录 / 短信验证码登录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 / 单设备控制 / 密码找回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13232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银行卡管理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3246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四要素验证绑卡 / 解绑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默认卡设置 / 余额查询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751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13232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交易与查询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32320" y="43434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转账汇款 / 生活缴费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账单查询 / 常用收款方管理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32320" y="5029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基础安全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32320" y="54406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交易密码 / 限额控制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风险提示 / 二次确认 / 操作日志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AI原生研发全流程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从需求分析到部署运维，AI深度参与研发的每一个环节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1371600"/>
            <a:ext cx="10241280" cy="36576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097280"/>
            <a:ext cx="594360" cy="5943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AI辅助解析PRD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梳理业务规则与约束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产出技术方案文档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097280"/>
            <a:ext cx="594360" cy="59436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56032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AI驱动架构决策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定义MCP-Skill规范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设计安全防护体系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0" y="1097280"/>
            <a:ext cx="594360" cy="59436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编码实现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8056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AI生成核心业务代码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后端Service+Controller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前端Vue组件+API层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1097280"/>
            <a:ext cx="594360" cy="594360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40080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测试验证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AI辅助编写单元测试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接口自动化校验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业务流程端到端验证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1097280"/>
            <a:ext cx="594360" cy="5943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86968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32104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文档治理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2104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AI撰写7份专业文档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版本化修订管控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交叉引用一致性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789920" y="1097280"/>
            <a:ext cx="594360" cy="594360"/>
          </a:xfrm>
          <a:prstGeom prst="ellipse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10789920" y="1097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241280" y="18288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部署交付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241280" y="2286000"/>
            <a:ext cx="1691640" cy="146304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0" y="2377440"/>
            <a:ext cx="1508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Docker容器化打包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Compose编排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配置外部化+环境隔离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0" y="4114800"/>
            <a:ext cx="5788152" cy="502920"/>
          </a:xfrm>
          <a:prstGeom prst="roundRect">
            <a:avLst/>
          </a:prstGeom>
          <a:solidFill>
            <a:srgbClr val="EBF5FB"/>
          </a:solidFill>
          <a:ln w="6350">
            <a:solidFill>
              <a:srgbClr val="4A90E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3200400" y="4114800"/>
            <a:ext cx="5788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 协  同  贯  穿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49377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AI参与度覆盖研发全生命周期  |  代码AI生成率 ≥70%  |  文档AI撰写率 100%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539496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系统技术架构总览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0" y="365760"/>
            <a:ext cx="6428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2.7 + Vue 2 + MySQL 8.0 + Redis 7.x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868680"/>
            <a:ext cx="1097280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1091672" cy="73152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0972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客户端层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2 + Vant 2（移动端H5）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0" y="1463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路由懒加载 · 组件按需加载 · Axios拦截器 · Vant UI组件库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0" y="1234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11091672" cy="73152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接入层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+ Spring Boot Controller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331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统一JSON响应 · JWT令牌校验 · ReqBasic请求基类 · 全局异常处理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11091672" cy="73152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8346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AI推理层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86000" y="2834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AiChatService（MCP-Skill 意图引擎）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86000" y="32004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意图识别（关键词+正则）· 参数提取 · McpGateway路由调用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1091672" cy="73152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03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业务服务层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3703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6大核心Service（P0需求全覆盖）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069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· BankCardService · TransactionService · SecurityService · UserService · AiChatService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1672" cy="731520"/>
          </a:xfrm>
          <a:prstGeom prst="roundRect">
            <a:avLst/>
          </a:prstGeom>
          <a:solidFill>
            <a:srgbClr val="1A527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572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数据持久层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286000" y="45720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MyBatis-Plus + MySQL + Redis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0" y="4937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参数化查询 · 敏感数据AES-256加密 · Redis会话缓存 · 原子计数防重放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5440680"/>
            <a:ext cx="11091672" cy="731520"/>
          </a:xfrm>
          <a:prstGeom prst="roundRect">
            <a:avLst/>
          </a:prstGeom>
          <a:solidFill>
            <a:srgbClr val="2C3E50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440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基础设施层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86000" y="5440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+ Docker Compose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5806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8.0容器 · Redis 7.x容器 · 数据卷持久化 · AOF持久化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核心创新：MCP-Skill 架构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大模型只负责"理解与推理"，实际业务操作通过 Skill 委托给后端 API 执行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3566160" cy="54864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标准化接口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McpSkill接口定义统一契约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getMeta() 暴露元数据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execute() 执行业务逻辑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1371600"/>
            <a:ext cx="356616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动态注册机制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@Component自动扫描注册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ConcurrentHashMap热插拔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新增Skill零代码侵入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0" y="137160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371600"/>
            <a:ext cx="356616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86968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安全分级控制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0" y="2103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QUERY级：查询类直接返回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OPERATION级：两阶段确认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资金操作必须跳转密码页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840480"/>
            <a:ext cx="3566160" cy="5486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结构化返回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SkillResult = 回复文本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结构化数据(前端卡片渲染)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动作导航(跳转/确认)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0" y="3840480"/>
            <a:ext cx="35661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02920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LLM无关设计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当前关键词匹配→未来可切LLM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MCP网关和Skill层无需改动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渐进式智能升级路径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0" y="3840480"/>
            <a:ext cx="35661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29600" y="3840480"/>
            <a:ext cx="3566160" cy="54864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869680" y="4023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可扩展生态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412480" y="457200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新增能力仅需三步：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新建类 ② 实现McpSkill接口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@Component注解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落地实践：三个 MCP Skill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目前已实现3个核心Skill，覆盖智能客服助手主要场景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8229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QueryBalance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914400" cy="32004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用户说："查余额"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"工商银行卡还有多少钱"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查询所有银行卡余额，支持按银行筛选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query_balance(bank_name='工商银行')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3152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balance_card 卡片 ▶ AI回复各卡余额+总资产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8912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0" y="1280160"/>
            <a:ext cx="3566160" cy="8229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QueryTransactions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0" y="2194560"/>
            <a:ext cx="914400" cy="32004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查询类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用户说："最近交易"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"我上个月花了多少"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查询交易记录，支持按类型和时间筛选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466344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query_transactions(trans_type='transfer', time_range='7d')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transaction_list 卡片 ▶ AI回复最近交易摘要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0" y="1280160"/>
            <a:ext cx="3566160" cy="8229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TransferPrepare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412480" y="2194560"/>
            <a:ext cx="914400" cy="32004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38" name="Text 36"/>
          <p:cNvSpPr/>
          <p:nvPr/>
        </p:nvSpPr>
        <p:spPr>
          <a:xfrm>
            <a:off x="841248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操作类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2651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用户触发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12480" y="2926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用户说："转给张三500元"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"给妈妈转账1000"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3566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AI动作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转账预执行——提取参数，生成确认卡片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调用参数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0" y="4480560"/>
            <a:ext cx="3200400" cy="411480"/>
          </a:xfrm>
          <a:prstGeom prst="roundRect">
            <a:avLst/>
          </a:prstGeom>
          <a:solidFill>
            <a:srgbClr val="F5F5F5"/>
          </a:solidFill>
          <a:ln/>
        </p:spPr>
      </p:sp>
      <p:sp>
        <p:nvSpPr>
          <p:cNvPr id="45" name="Text 43"/>
          <p:cNvSpPr/>
          <p:nvPr/>
        </p:nvSpPr>
        <p:spPr>
          <a:xfrm>
            <a:off x="850392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1A52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transfer_prepare(payee_name='张三', amount=500)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41248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前端渲染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41248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transfer_preview 卡片 ▶ 用户确认后跳转密码页执行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412480" y="5760720"/>
            <a:ext cx="3200400" cy="32004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49" name="Text 47"/>
          <p:cNvSpPr/>
          <p:nvPr/>
        </p:nvSpPr>
        <p:spPr>
          <a:xfrm>
            <a:off x="8412480" y="5760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仅提取参数，不执行转账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金融级安全防护体系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银行系统的核心是安全。我们构建了四层安全防护矩阵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73152" cy="21945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身份认证层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JWT令牌签发 + 拦截器统一校验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单设备登录（Redis覆盖旧令牌）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滑动窗口30分钟续期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无操作15分钟自动退出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37160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371600"/>
            <a:ext cx="73152" cy="2194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95160" y="1508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83680" y="20116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密码 bcrypt 加盐哈希（cost≥12）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身份证/银行卡号 AES-256 加密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全链路 HTTPS / TLS 1.2+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前端脱敏展示（仅显示后四位）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840480"/>
            <a:ext cx="73152" cy="21945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防攻击层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登录5次错误 → 锁定30分钟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交易密码5次错误 → 冻结24小时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同一收款方30秒防重复（原子SETNX）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验证码60s频率 + 日限10条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840480"/>
            <a:ext cx="5394960" cy="21945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840480"/>
            <a:ext cx="73152" cy="219456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审计合规层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83680" y="448056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AOP切面自动记录操作日志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敏感信息脱敏后记录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操作类型全覆盖（登录/转账/绑卡等）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日志保留≥5年，满足审计要求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能力亮点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不只是智能客服——消费分析、智能分类、洞察引擎全面覆盖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109728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智能客服助手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自然语言对话完成银行业务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65176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关键词+正则表达式意图识别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McpGateway路由到对应Skill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结构化数据→前端卡片渲染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3200400" cy="594360"/>
          </a:xfrm>
          <a:prstGeom prst="roundRect">
            <a:avLst/>
          </a:prstGeom>
          <a:solidFill>
            <a:srgbClr val="EBF5F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资金操作两阶段确认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9120" y="1280160"/>
            <a:ext cx="3566160" cy="109728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智能消费分析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38912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交易自动分类 + 月度消费报告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265176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10大分类、200+关键词匹配规则引擎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0" y="338328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月度总支出+环比趋势+分类占比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411480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AI自动生成洞察文案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846320"/>
            <a:ext cx="3200400" cy="594360"/>
          </a:xfrm>
          <a:prstGeom prst="roundRect">
            <a:avLst/>
          </a:prstGeom>
          <a:solidFill>
            <a:srgbClr val="FEF5E7"/>
          </a:solidFill>
          <a:ln/>
        </p:spPr>
      </p:sp>
      <p:sp>
        <p:nvSpPr>
          <p:cNvPr id="29" name="Text 27"/>
          <p:cNvSpPr/>
          <p:nvPr/>
        </p:nvSpPr>
        <p:spPr>
          <a:xfrm>
            <a:off x="466344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用户可手动修正，反哺规则优化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29600" y="1280160"/>
            <a:ext cx="3566160" cy="457200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29600" y="1280160"/>
            <a:ext cx="3566160" cy="1097280"/>
          </a:xfrm>
          <a:prstGeom prst="roundRect">
            <a:avLst/>
          </a:prstGeom>
          <a:solidFill>
            <a:srgbClr val="8E44AD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13716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AI洞察引擎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29600" y="1874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自动生成消费洞察与建议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12480" y="265176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规则模板生成分析文案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12480" y="338328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338328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Top1分类提示+环比增长率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412480" y="411480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39" name="Text 37"/>
          <p:cNvSpPr/>
          <p:nvPr/>
        </p:nvSpPr>
        <p:spPr>
          <a:xfrm>
            <a:off x="850392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支出结构建议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4846320"/>
            <a:ext cx="3200400" cy="594360"/>
          </a:xfrm>
          <a:prstGeom prst="roundRect">
            <a:avLst/>
          </a:prstGeom>
          <a:solidFill>
            <a:srgbClr val="F4ECF7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8463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示例："您本月餐饮占比37.6%，建议关注支出结构"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项目难点与技术突破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在实现过程中面临的核心挑战及我们的解决方案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80160"/>
            <a:ext cx="3566160" cy="822960"/>
          </a:xfrm>
          <a:prstGeom prst="round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AI意图识别精度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用户自然语言输入千变万化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"查余额"和"看看我还有多少钱"是同一意图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边界情况持续出现，规则引擎永远有盲区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关键词+正则双模式匹配+兜底引导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支持银行名/金额/人名的参数提取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持续补充边界规则，覆盖率达90%+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0" y="1280160"/>
            <a:ext cx="3566160" cy="822960"/>
          </a:xfrm>
          <a:prstGeom prst="round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AI生成代码的业务校验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AI代码语法正确但业务语义错误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金额符号存反、字段溢出、分类规则漏匹配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——运行时才暴露，人工Review难发现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建立AI代码校验清单：金额符号→分类规则→字段长度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前后端契约测试：参数名→路径→响应结构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提示词中精确描述业务约束，减少歧义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0" y="1280160"/>
            <a:ext cx="3566160" cy="49377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0" y="1280160"/>
            <a:ext cx="3566160" cy="822960"/>
          </a:xfrm>
          <a:prstGeom prst="round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12801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前后端集成契约对齐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12480" y="2286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挑战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12480" y="2606040"/>
            <a:ext cx="3200400" cy="1097280"/>
          </a:xfrm>
          <a:prstGeom prst="roundRect">
            <a:avLst/>
          </a:prstGeom>
          <a:solidFill>
            <a:srgbClr val="FDEDEC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265176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前端和后端由AI独立生成，天然存在契约断裂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API路径不一致、参数命名不匹配、响应结构预期差异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方案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0" y="4251960"/>
            <a:ext cx="3200400" cy="1645920"/>
          </a:xfrm>
          <a:prstGeom prst="roundRect">
            <a:avLst/>
          </a:prstGeom>
          <a:solidFill>
            <a:srgbClr val="E8F8F5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2976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统一API契约规范（ReqBase/统一响应格式）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前端组件与后端接口结对生成</a:t>
            </a:r>
            <a:endParaRPr lang="en-US" sz="10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集成测试前置，尽早暴露契约问题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成果与收获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项目成果数据 + 个人与团队的真实收获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737360" cy="457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API接口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6大业务模块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1280160"/>
            <a:ext cx="173736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237744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37744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7744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物理设计+索引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9768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280160"/>
            <a:ext cx="1737360" cy="45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29768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完整业务交互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280160"/>
            <a:ext cx="1737360" cy="457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1792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核心Service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P0全覆盖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13816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38160" y="1280160"/>
            <a:ext cx="173736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813816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专业文档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13816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全流程资产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058400" y="1280160"/>
            <a:ext cx="1737360" cy="1280160"/>
          </a:xfrm>
          <a:prstGeom prst="roundRect">
            <a:avLst/>
          </a:prstGeom>
          <a:solidFill>
            <a:srgbClr val="F8FAFC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058400" y="1280160"/>
            <a:ext cx="1737360" cy="457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0" y="13716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10058400" y="18288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Skill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21031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可插拔AI单元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" y="2743200"/>
            <a:ext cx="10725912" cy="18288"/>
          </a:xfrm>
          <a:prstGeom prst="rect">
            <a:avLst/>
          </a:prstGeom>
          <a:solidFill>
            <a:srgbClr val="D5D8DC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2926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我的收获与成长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31520" y="3429000"/>
            <a:ext cx="5303520" cy="68580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371600" y="34747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对AI研发的深度认知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37160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从"AI是写代码工具"到"AI是研发协作者"的认知跃迁——AI最强的是生成速度，最弱的是业务语义理解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" y="4206240"/>
            <a:ext cx="5303520" cy="68580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86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37160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提示词工程经验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371600" y="4526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业务约束必须在提示词中显式声明。一句话说清楚业务规则，比后续花10分钟修BUG更高效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1520" y="4983480"/>
            <a:ext cx="5303520" cy="68580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🔬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1371600" y="50292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AI代码验证方法论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371600" y="5303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AI代码的业务语义验证才是真正的难点——建立了AI代码校验清单和前后端契约测试流程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31520" y="5760720"/>
            <a:ext cx="5303520" cy="685800"/>
          </a:xfrm>
          <a:prstGeom prst="roundRect">
            <a:avLst/>
          </a:prstGeom>
          <a:solidFill>
            <a:srgbClr val="F8FAFC"/>
          </a:solidFill>
          <a:ln w="3810">
            <a:solidFill>
              <a:srgbClr val="D5D8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6868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🏗️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1371600" y="5806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可复用的架构思维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71600" y="60807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MCP-Skill架构的设计原则不仅适用于AI，更是一种通用的能力抽象方法论，可迁移到其他系统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83680" y="2926080"/>
            <a:ext cx="5056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沉淀的可复用打法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583680" y="3429000"/>
            <a:ext cx="365760" cy="3657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086600" y="34290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MCP-Skill组件化框架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086600" y="36301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标准化AI能力封装→动态注册→安全分级→跨场景复用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83680" y="4050792"/>
            <a:ext cx="365760" cy="3657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60" name="Text 58"/>
          <p:cNvSpPr/>
          <p:nvPr/>
        </p:nvSpPr>
        <p:spPr>
          <a:xfrm>
            <a:off x="6583680" y="40507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086600" y="4050792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AI代码校验清单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086600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金额符号→字段长度→分类规则→契约测试，系统化减少隐式BUG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583680" y="4672584"/>
            <a:ext cx="365760" cy="3657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64" name="Text 62"/>
          <p:cNvSpPr/>
          <p:nvPr/>
        </p:nvSpPr>
        <p:spPr>
          <a:xfrm>
            <a:off x="6583680" y="4672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086600" y="4672584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提示词工程规范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7086600" y="4873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业务约束显式化·参数边界明确化·预期结果可验证化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6583680" y="5294376"/>
            <a:ext cx="365760" cy="3657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68" name="Text 66"/>
          <p:cNvSpPr/>
          <p:nvPr/>
        </p:nvSpPr>
        <p:spPr>
          <a:xfrm>
            <a:off x="6583680" y="5294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086600" y="5294376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文档与代码一致性机制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7086600" y="549554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AI保障7份专业文档版本化管理，需求→设计→实现可追溯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583680" y="5916168"/>
            <a:ext cx="365760" cy="365760"/>
          </a:xfrm>
          <a:prstGeom prst="roundRect">
            <a:avLst/>
          </a:prstGeom>
          <a:solidFill>
            <a:srgbClr val="27AE60"/>
          </a:solidFill>
          <a:ln/>
        </p:spPr>
      </p:sp>
      <p:sp>
        <p:nvSpPr>
          <p:cNvPr id="72" name="Text 70"/>
          <p:cNvSpPr/>
          <p:nvPr/>
        </p:nvSpPr>
        <p:spPr>
          <a:xfrm>
            <a:off x="6583680" y="59161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086600" y="5916168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两阶段安全确认模式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086600" y="61173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AI只做参数提取+卡片预览，资金操作跳转标准密码页——金融级安全设计模式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114800" y="2651760"/>
            <a:ext cx="3959352" cy="36576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92608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AI原生研发 · 手机银行核心业务系统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当所有人都在用 AI 生成代码，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我们选择用 AI 设计架构、治理文档、守住安全底线。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5943600"/>
            <a:ext cx="12188952" cy="36576"/>
          </a:xfrm>
          <a:prstGeom prst="rect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2026-05-05T13:27:24Z</dcterms:created>
  <dcterms:modified xsi:type="dcterms:W3CDTF">2026-05-05T13:27:24Z</dcterms:modified>
</cp:coreProperties>
</file>
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各位评委好！今天我的分享分三部分：先看成果，再讲历程，最后谈反思。
我们从一份需求文档起步，用AI原生研发方式完整构建了一个手机银行核心系统。这条路怎么走的？我们开始。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【目录，30秒】
今天分三部分。第一，先看成果——系统到底长什么样，AI能力有多强。第二，再讲历程——我们是怎么做出来的，中间经历了什么。第三，最后谈反思——做完之后对研发的理解发生了什么变化。
一句话：先证明系统存在，再讲创新故事，最后留思考。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【功能全景，1分钟】
大家看左边——这是我们的系统首页，真实的运行截图。
总资产 17万，五快捷功能，AI入口，银行卡管理——全部实现了。
但这只是基础。接下来看我们的核心创新——AI能力。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【AI创新，1.5分钟】
三大AI能力，每个都有真实截图。
左边：智能客服——用户说"我要看我最近的消费记录"，AI理解意图，返回结构化交易列表。
中间：消费分析——自动分类、AI洞察文案，比如"您本月最大支出为其他，占比38.5%"。
右边：安全转账——用户说"转账给张三100块"，AI提取参数，两阶段确认。
这三个截图证明：AI能力不是噱头，是真的能在实际场景中跑通。
所有能力都基于后面会讲到的MCP-Skill架构。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【痛点，1分钟】
系统你们看到了。那它是怎么做出来的？因为我们遇到了三个问题。
痛点1：文档和代码分裂——这直接导致了认知拐点的发现。
痛点2：重复CRUD——这也是为什么我们尝试让AI写代码。
痛点3：沟通损耗——文档直接给AI，反而更精确。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【认知拐点，1.5分钟】
这个页面是整个项目最重要的一个顿悟。
最开始做法是"让AI写代码→出BUG直接改代码"。但老BUG在新功能中反复出现。
花了一天才发现：AI不是基于最新代码理解的——它是基于文档。
从此改了规矩：先改文档，再生成代码。代码变更是文档变更的编译结果。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【调教方法论，1.5分钟】
核心闭环：以文档为中心不断迭代。注意失败比例标注。
下面是五条纪律，特别强调第4条——记录变更。右边是真实调教日志。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【对比，1分钟】
核心在最后两行：执行风险和设计风险的反转。
传统最怕代码跑不通，AI写的语法一定对——但设计风险高了，最难的是精确告诉AI要什么。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【技术框架，1分钟】
快速过。架构、MCP-Skill、安全、AI能力都在一页上。
重点在底部的"信任陷阱"案例——余额正负号问题。
AI代码语法完全正确，但业务语义是错的。这就是最危险的地方。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【挑战，1分钟】
三个挑战。重点说前两个：意图识别的失败比例和AI代码的信任陷阱。
"AI代码越漂亮越危险"——这听起来反直觉，但余额正负号案例就是最好的证明。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【认知升级，1分钟】
这四条是从项目中真正沉淀下来的认知。
第一条最重要——回到认知拐点的"文档是源代码"。
第三条——规格表达能力比编码能力更值钱。
第四条——从"把代码写对"到"让AI理解对"，这是核心转变。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【成果，1分钟】
6个数据卡片。底部放了三张截图缩略作为"数据来源于这些真实界面"的视觉证据。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【收尾，1分钟】
各位评委，今天我从三个部分分享了这次AI原生研发的实践：先展示了系统截图证明了完成度，再讲述了从痛点到方法论的心路历程，最后是四条认知升级。
最后我有一个问题留给各位：如果AI能写70%的代码，那么一个优秀的研发人员的核心竞争力应该是什么？
是写更快的代码？还是让AI更好地理解业务？
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AI原生研发的认知跃迁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以手机银行为载体的调教实录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三部分构成全部内容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3383280" cy="50292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系统全景与核心创新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3383280" cy="5029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研发历程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从痛点、顿悟到方法论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371600"/>
            <a:ext cx="3383280" cy="5029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反思与展望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认知升级与思考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1148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→ Part 2 → Part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成果展示 → ② 研发历程 → ③ 反思与展望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5212080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全程级20分钟，每部分相互呼应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手机银行核心系统实景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2926080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109728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0" y="1280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总资产实时查看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实时账户余额，正负号区分收支方向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65176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31920" y="28346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344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5大快捷功能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转账、交易记录、生活缴费、银行卡、安全中心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420624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43891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634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AI能力集成入口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6344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AI助手+消费分析两大AI核心能力一键进入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6126480"/>
            <a:ext cx="10725912" cy="3657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10大功能模块 · 30+ API接口 · 24页前端 · 全部AI原生研发完成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不仅有完整系统，还有三大AI创新能力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AI创新能力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· 消费分析 · 安全转账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600" dirty="0"/>
          </a:p>
        </p:txBody>
      </p:sp>
      <p:pic>
        <p:nvPicPr>
          <p:cNvPr id="9" name="Image 0" descr="F:\code\bank\bank\screenshots\ai-trans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265176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自然语言→意图识别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Skill路由→结构化返回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09728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消费分析</a:t>
            </a:r>
            <a:endParaRPr lang="en-US" sz="1600" dirty="0"/>
          </a:p>
        </p:txBody>
      </p:sp>
      <p:pic>
        <p:nvPicPr>
          <p:cNvPr id="15" name="Image 1" descr="F:\code\bank\bank\screenshots\consumption-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737360"/>
            <a:ext cx="2651760" cy="32918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10大分类·200+关键词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AI自动分析·月度报告文案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109728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6"/>
          <p:cNvSpPr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安全转账</a:t>
            </a:r>
            <a:endParaRPr lang="en-US" sz="1600" dirty="0"/>
          </a:p>
        </p:txBody>
      </p:sp>
      <p:pic>
        <p:nvPicPr>
          <p:cNvPr id="21" name="Image 2" descr="F:\code\bank\bank\screenshots\ai-transf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737360"/>
            <a:ext cx="2651760" cy="32918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两阶段确认流程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248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转账密码·防欺骗警告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60807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以上能力均基于自研MCP-Skill架构实现：大模型只负责理解与推理，业务操作通过Skill委托给后端API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系统看到了，那它是怎么做出来的？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痛点驱动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传统研发中亲身经历的三个问题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传统研发的痛点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需求一变更，代码和文档立刻分裂，维护成本飙升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大部分时间花在重复CRUD，架构思考时间被压缩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沟通链条：产品→文档→开发，层层理解偏差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文档即代码：改文档描述=改系统行为，天然一致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20040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383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AI代写70%代码，人聚焦架构设计与AI调教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66344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文档直接面向AI，人-AI之间没有理解损耗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MVP=最小可行产品；P0/P1/P2=需求优先级等级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所以我们决定用AI原生研发测试一下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认知拐点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一次调教中的顿悟时刻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5303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Before：代码优先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让AI写代码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出BUG → 直接改代码修复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新需求 → AI重新生成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老BUG再现——因为文档没有同步修改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这不是代码的问题，是文档的问题。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53035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After：文档先行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先修改文档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让AI按新文档生成代码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→ 发现语义偏差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回头修改文档描述 → 再生成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代码变更是文档变更的“编译结果”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1581912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926080"/>
            <a:ext cx="1581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顿悟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6035040"/>
            <a:ext cx="76169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468880" y="6035040"/>
            <a:ext cx="7251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文档不是说明书，文档是源代码。代码变更只是文档变更的编译结果。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那具体怎么调教？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调教方法论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闭环迭代 + 五条纪律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188720"/>
            <a:ext cx="2560320" cy="9144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"/>
            <a:ext cx="2926080" cy="45720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调教（修改文档）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645920"/>
            <a:ext cx="2926080" cy="4572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AI生成代码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2926080" cy="45720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45920"/>
            <a:ext cx="2926080" cy="4572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失败比例 &gt; 成功比例：每次成功调教背后有3-4次失败描述尝试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文档先行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先改文档再改代码。文档是“调教参数”，代码是输出。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增量变更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改一处生成一处，不全量覆盖。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66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不改旧代码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已调好的逻辑不动，只通过改文档触发新生成。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记录变更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52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每次调教记录：改了啥→为什么→结果。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38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41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同步更新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38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调教中沉淀的规则即时写回文档。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5394960"/>
            <a:ext cx="8531352" cy="4114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28800" y="539496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以前我是编码者，现在我是调教师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" y="5852160"/>
            <a:ext cx="10725912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调教日志节选：[2026-04-25] 需求F-TRANS-003 | 转账金额符号问题 | 文档从“正数收入负数支出”改为“交易金额以方向符号标识，收入=+支出=-” | AI代码正确区分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这样调教跟传统开发有什么本质不同？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 vs 传统研发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一场风险的逆转与角色的重塑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2286000" cy="45720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3474720" cy="457200"/>
          </a:xfrm>
          <a:prstGeom prst="roundRect">
            <a:avLst/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188720"/>
            <a:ext cx="4572000" cy="45720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8308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人的角色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调教师 / 规格工程师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632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Debug对象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63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语法错误 / 逻辑BUG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0632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语义歧义 / AI理解偏差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70332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变更方式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0332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703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改代码 → 补文档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70332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改文档 → 再生代码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34340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执行风险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34340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高（能不能跑通）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34340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低（AI写的语法一定对）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498348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设计风险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498348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低（要做什么很清楚）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98348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高（最难是精确告诉AI）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5760720"/>
            <a:ext cx="85313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1828800" y="576072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如果执行风险降为零，那你的核心竞争力在哪里？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这套方法需要什么技术支撑？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调教的技术基石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4114800" cy="4114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客户端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4114800" cy="4114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接入层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JWT统一校验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4114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意图推理层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MCP-Skill引擎※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4114800" cy="41148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业务服务层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4114800" cy="41148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数据持久层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MyBatis-Plus+MySQL加密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4114800" cy="41148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77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基础设施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MCP-Skill核心特性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15087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标准化接口+ 动态注册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892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安全分级：QUERY/执行两阶段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2768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结构化返回：回复+数据+导航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66090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LLM无关设计：当前规则，未来可切LLM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安全保护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520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 | 数据加密(bcrypt+AES) | 防攻击(锁定+30s防重复) | AOP审计日志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251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| 消费分析(10类+月报) | AI洞察引擎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4754880"/>
            <a:ext cx="10725912" cy="640080"/>
          </a:xfrm>
          <a:prstGeom prst="roundRect">
            <a:avLst/>
          </a:prstGeom>
          <a:solidFill>
            <a:srgbClr val="FFF8E1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800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信任陷阱案例：余额正负号——“正负号”在财务语境中不是数学正负，而是“收入为正、支出为负”。AI按原始数学符号处理导致部分收入显示红色（错误），经过3次修改文档描述后才正确区分。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548640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MCP-Skill=自研AI能力封装框架：意图推理与业务执行解耦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5852160"/>
            <a:ext cx="10725912" cy="32004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调教回看：架构每层的文档描追迭代了3-5版才达稳定，MCP-Skill边界定义是最难调的部分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技术框架搭好了，但真正做起来才发现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调教中踩过的坑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5943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AI意图识别精度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同一意图多种表达，边界情况层出不穷。成功调教1个意图平均失败3-4次。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关键词+正则双模式+兜底引导。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88720"/>
            <a:ext cx="3566160" cy="5943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AI代码的业务校验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AI代码语法完美，正因如此更容易被信任。但业务语义可能是错的。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建立校验清单：金额符号→字段长度→分类规则。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88720"/>
            <a:ext cx="3566160" cy="59436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前后端契约对齐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前后端由AI独立生成，天然存在契约断裂。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统一ReqBase规范 + 前后端结对生成。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53035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554480" y="53035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真实数据：成功调教1个意图，平均失败3-4次描述尝试。AI代码越漂亮，越需要警惕业务语义错误。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每一个挑战，都是认知升级的来源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四条递进的重新理解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从「代码是产物」到「文档是产物」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63040" y="164592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代码变更是文档变更的编译结果。文档质量决定代码质量。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从「AI写代码」到「AI理解业务」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AI最强的不是生成代码，而是理解文档后生成代码。关键在文档写得对。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从「编码能力」到「规格表达能力」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63040" y="384048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最有价值的不是写代码的速度，而是把业务规则精确描述给AI的能力。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从「把代码写对」到「让AI理解对」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63040" y="493776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未来核心竞争力：不是你会写什么，而是你能否让AI正确理解你要什么。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57607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554480" y="57607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AI能写70%的代码——但那30%的架构决策和业务理解，才是你不可替代的价值。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那实际成果呢？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量化验证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6大业务模块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物理设计+索引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80160"/>
            <a:ext cx="26517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完整交互体验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9828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280160"/>
            <a:ext cx="26517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9828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全流程可追溯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代码AI生成率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人工聚焦决策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926080"/>
            <a:ext cx="26517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3756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可插拔AI单元</a:t>
            </a:r>
            <a:endParaRPr lang="en-US" sz="900" dirty="0"/>
          </a:p>
        </p:txBody>
      </p:sp>
      <p:pic>
        <p:nvPicPr>
          <p:cNvPr id="3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0"/>
            <a:ext cx="914400" cy="1554480"/>
          </a:xfrm>
          <a:prstGeom prst="rect">
            <a:avLst/>
          </a:prstGeom>
        </p:spPr>
      </p:pic>
      <p:pic>
        <p:nvPicPr>
          <p:cNvPr id="37" name="Image 1" descr="F:\code\bank\bank\screenshots\ai-transa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54480" y="4572000"/>
            <a:ext cx="914400" cy="1554480"/>
          </a:xfrm>
          <a:prstGeom prst="rect">
            <a:avLst/>
          </a:prstGeom>
        </p:spPr>
      </p:pic>
      <p:pic>
        <p:nvPicPr>
          <p:cNvPr id="38" name="Image 2" descr="F:\code\bank\bank\screenshots\consumption-analysi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51760" y="4572000"/>
            <a:ext cx="914400" cy="15544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404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数据来源证据：左起=AI对话截图 / 消费分析截图 / 首页截图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371600" y="5852160"/>
            <a:ext cx="94457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1" name="Text 36"/>
          <p:cNvSpPr/>
          <p:nvPr/>
        </p:nvSpPr>
        <p:spPr>
          <a:xfrm>
            <a:off x="1554480" y="5852160"/>
            <a:ext cx="9079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这些数据证明：AI原生研发不仅可行，而且能真正产出可用产品。但比数据更重要的是认知升级。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回到最初的问题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以前我们学习写代码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让计算机理解我们的逻辑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现在我们学习写文档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让AI理解我们的业务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2026-05-06T15:03:10Z</dcterms:created>
  <dcterms:modified xsi:type="dcterms:W3CDTF">2026-05-06T15:03:10Z</dcterms:modified>
</cp:coreProperties>
</file>